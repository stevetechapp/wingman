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6.xml" ContentType="application/vnd.openxmlformats-officedocument.presentationml.notesSlide+xml"/>
  <Override PartName="/ppt/tags/tag5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1096" r:id="rId2"/>
    <p:sldId id="1106" r:id="rId3"/>
    <p:sldId id="1111" r:id="rId4"/>
    <p:sldId id="1120" r:id="rId5"/>
    <p:sldId id="1104" r:id="rId6"/>
    <p:sldId id="1114" r:id="rId7"/>
    <p:sldId id="1115" r:id="rId8"/>
    <p:sldId id="1098" r:id="rId9"/>
    <p:sldId id="1112" r:id="rId10"/>
    <p:sldId id="1117" r:id="rId11"/>
    <p:sldId id="1100" r:id="rId12"/>
    <p:sldId id="1116" r:id="rId13"/>
    <p:sldId id="1094" r:id="rId14"/>
    <p:sldId id="1118" r:id="rId15"/>
    <p:sldId id="1099" r:id="rId16"/>
    <p:sldId id="1102" r:id="rId17"/>
    <p:sldId id="1119" r:id="rId18"/>
    <p:sldId id="109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C28A4-2558-B344-A9ED-144E226625C5}" v="3" dt="2026-03-23T15:19:35.9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Gagliardi" userId="S::joseph.gagliardi@wyrestorm.com::972efb24-6ad2-402f-bca8-d0c6d5826641" providerId="AD" clId="Web-{3F276B06-3BF7-E610-76F6-843312980638}"/>
    <pc:docChg chg="addSld modSld sldOrd">
      <pc:chgData name="Joseph Gagliardi" userId="S::joseph.gagliardi@wyrestorm.com::972efb24-6ad2-402f-bca8-d0c6d5826641" providerId="AD" clId="Web-{3F276B06-3BF7-E610-76F6-843312980638}" dt="2026-03-20T00:35:48.962" v="400" actId="20577"/>
      <pc:docMkLst>
        <pc:docMk/>
      </pc:docMkLst>
      <pc:sldChg chg="modSp ord">
        <pc:chgData name="Joseph Gagliardi" userId="S::joseph.gagliardi@wyrestorm.com::972efb24-6ad2-402f-bca8-d0c6d5826641" providerId="AD" clId="Web-{3F276B06-3BF7-E610-76F6-843312980638}" dt="2026-03-20T00:35:34.179" v="380" actId="20577"/>
        <pc:sldMkLst>
          <pc:docMk/>
          <pc:sldMk cId="308249025" sldId="1094"/>
        </pc:sldMkLst>
        <pc:spChg chg="mod">
          <ac:chgData name="Joseph Gagliardi" userId="S::joseph.gagliardi@wyrestorm.com::972efb24-6ad2-402f-bca8-d0c6d5826641" providerId="AD" clId="Web-{3F276B06-3BF7-E610-76F6-843312980638}" dt="2026-03-20T00:35:34.179" v="380" actId="20577"/>
          <ac:spMkLst>
            <pc:docMk/>
            <pc:sldMk cId="308249025" sldId="1094"/>
            <ac:spMk id="21" creationId="{EB09D786-77AF-1DC1-99E1-71371117AA8D}"/>
          </ac:spMkLst>
        </pc:spChg>
      </pc:sldChg>
      <pc:sldChg chg="modSp">
        <pc:chgData name="Joseph Gagliardi" userId="S::joseph.gagliardi@wyrestorm.com::972efb24-6ad2-402f-bca8-d0c6d5826641" providerId="AD" clId="Web-{3F276B06-3BF7-E610-76F6-843312980638}" dt="2026-03-19T23:58:42.894" v="327" actId="20577"/>
        <pc:sldMkLst>
          <pc:docMk/>
          <pc:sldMk cId="4236823440" sldId="1099"/>
        </pc:sldMkLst>
        <pc:spChg chg="mod">
          <ac:chgData name="Joseph Gagliardi" userId="S::joseph.gagliardi@wyrestorm.com::972efb24-6ad2-402f-bca8-d0c6d5826641" providerId="AD" clId="Web-{3F276B06-3BF7-E610-76F6-843312980638}" dt="2026-03-19T23:58:38.253" v="324" actId="20577"/>
          <ac:spMkLst>
            <pc:docMk/>
            <pc:sldMk cId="4236823440" sldId="1099"/>
            <ac:spMk id="9" creationId="{9E1B528E-B187-FCD9-D5F0-D30264367366}"/>
          </ac:spMkLst>
        </pc:spChg>
        <pc:spChg chg="mod">
          <ac:chgData name="Joseph Gagliardi" userId="S::joseph.gagliardi@wyrestorm.com::972efb24-6ad2-402f-bca8-d0c6d5826641" providerId="AD" clId="Web-{3F276B06-3BF7-E610-76F6-843312980638}" dt="2026-03-19T23:58:36.519" v="323" actId="20577"/>
          <ac:spMkLst>
            <pc:docMk/>
            <pc:sldMk cId="4236823440" sldId="1099"/>
            <ac:spMk id="11" creationId="{4C271691-EFCE-9C0B-63B7-CC97C7161F1F}"/>
          </ac:spMkLst>
        </pc:spChg>
        <pc:spChg chg="mod">
          <ac:chgData name="Joseph Gagliardi" userId="S::joseph.gagliardi@wyrestorm.com::972efb24-6ad2-402f-bca8-d0c6d5826641" providerId="AD" clId="Web-{3F276B06-3BF7-E610-76F6-843312980638}" dt="2026-03-19T23:58:42.894" v="327" actId="20577"/>
          <ac:spMkLst>
            <pc:docMk/>
            <pc:sldMk cId="4236823440" sldId="1099"/>
            <ac:spMk id="13" creationId="{A7DFC99F-1ABF-676C-7B2F-12694D88208E}"/>
          </ac:spMkLst>
        </pc:spChg>
      </pc:sldChg>
      <pc:sldChg chg="modSp">
        <pc:chgData name="Joseph Gagliardi" userId="S::joseph.gagliardi@wyrestorm.com::972efb24-6ad2-402f-bca8-d0c6d5826641" providerId="AD" clId="Web-{3F276B06-3BF7-E610-76F6-843312980638}" dt="2026-03-19T23:58:52.972" v="338" actId="20577"/>
        <pc:sldMkLst>
          <pc:docMk/>
          <pc:sldMk cId="2387192276" sldId="1102"/>
        </pc:sldMkLst>
        <pc:spChg chg="mod">
          <ac:chgData name="Joseph Gagliardi" userId="S::joseph.gagliardi@wyrestorm.com::972efb24-6ad2-402f-bca8-d0c6d5826641" providerId="AD" clId="Web-{3F276B06-3BF7-E610-76F6-843312980638}" dt="2026-03-19T23:58:48.519" v="334" actId="20577"/>
          <ac:spMkLst>
            <pc:docMk/>
            <pc:sldMk cId="2387192276" sldId="1102"/>
            <ac:spMk id="8" creationId="{6D828850-55AA-B8A4-851F-8BC169AFF6CD}"/>
          </ac:spMkLst>
        </pc:spChg>
        <pc:spChg chg="mod">
          <ac:chgData name="Joseph Gagliardi" userId="S::joseph.gagliardi@wyrestorm.com::972efb24-6ad2-402f-bca8-d0c6d5826641" providerId="AD" clId="Web-{3F276B06-3BF7-E610-76F6-843312980638}" dt="2026-03-19T23:58:52.972" v="338" actId="20577"/>
          <ac:spMkLst>
            <pc:docMk/>
            <pc:sldMk cId="2387192276" sldId="1102"/>
            <ac:spMk id="10" creationId="{2FE51DDC-977F-0E7F-BA5A-B1E062AEC739}"/>
          </ac:spMkLst>
        </pc:spChg>
      </pc:sldChg>
      <pc:sldChg chg="modSp ord">
        <pc:chgData name="Joseph Gagliardi" userId="S::joseph.gagliardi@wyrestorm.com::972efb24-6ad2-402f-bca8-d0c6d5826641" providerId="AD" clId="Web-{3F276B06-3BF7-E610-76F6-843312980638}" dt="2026-03-20T00:34:48.708" v="370" actId="20577"/>
        <pc:sldMkLst>
          <pc:docMk/>
          <pc:sldMk cId="3333736553" sldId="1112"/>
        </pc:sldMkLst>
        <pc:spChg chg="mod">
          <ac:chgData name="Joseph Gagliardi" userId="S::joseph.gagliardi@wyrestorm.com::972efb24-6ad2-402f-bca8-d0c6d5826641" providerId="AD" clId="Web-{3F276B06-3BF7-E610-76F6-843312980638}" dt="2026-03-19T23:59:27.957" v="356" actId="20577"/>
          <ac:spMkLst>
            <pc:docMk/>
            <pc:sldMk cId="3333736553" sldId="1112"/>
            <ac:spMk id="6" creationId="{0F442929-4F4D-3232-E28A-B3B00EE15ACE}"/>
          </ac:spMkLst>
        </pc:spChg>
        <pc:spChg chg="mod">
          <ac:chgData name="Joseph Gagliardi" userId="S::joseph.gagliardi@wyrestorm.com::972efb24-6ad2-402f-bca8-d0c6d5826641" providerId="AD" clId="Web-{3F276B06-3BF7-E610-76F6-843312980638}" dt="2026-03-20T00:34:48.708" v="370" actId="20577"/>
          <ac:spMkLst>
            <pc:docMk/>
            <pc:sldMk cId="3333736553" sldId="1112"/>
            <ac:spMk id="21" creationId="{8E49CA9B-850A-5FAA-F4EA-25E76952C0A8}"/>
          </ac:spMkLst>
        </pc:spChg>
      </pc:sldChg>
      <pc:sldChg chg="modSp">
        <pc:chgData name="Joseph Gagliardi" userId="S::joseph.gagliardi@wyrestorm.com::972efb24-6ad2-402f-bca8-d0c6d5826641" providerId="AD" clId="Web-{3F276B06-3BF7-E610-76F6-843312980638}" dt="2026-03-19T23:59:03.144" v="346" actId="20577"/>
        <pc:sldMkLst>
          <pc:docMk/>
          <pc:sldMk cId="4223734073" sldId="1116"/>
        </pc:sldMkLst>
        <pc:spChg chg="mod">
          <ac:chgData name="Joseph Gagliardi" userId="S::joseph.gagliardi@wyrestorm.com::972efb24-6ad2-402f-bca8-d0c6d5826641" providerId="AD" clId="Web-{3F276B06-3BF7-E610-76F6-843312980638}" dt="2026-03-19T23:59:03.144" v="346" actId="20577"/>
          <ac:spMkLst>
            <pc:docMk/>
            <pc:sldMk cId="4223734073" sldId="1116"/>
            <ac:spMk id="6" creationId="{0D26ED18-7CB5-1731-73C3-0D67768D5697}"/>
          </ac:spMkLst>
        </pc:spChg>
      </pc:sldChg>
      <pc:sldChg chg="modSp ord">
        <pc:chgData name="Joseph Gagliardi" userId="S::joseph.gagliardi@wyrestorm.com::972efb24-6ad2-402f-bca8-d0c6d5826641" providerId="AD" clId="Web-{3F276B06-3BF7-E610-76F6-843312980638}" dt="2026-03-20T00:34:45.364" v="369" actId="20577"/>
        <pc:sldMkLst>
          <pc:docMk/>
          <pc:sldMk cId="1659800499" sldId="1117"/>
        </pc:sldMkLst>
        <pc:spChg chg="mod">
          <ac:chgData name="Joseph Gagliardi" userId="S::joseph.gagliardi@wyrestorm.com::972efb24-6ad2-402f-bca8-d0c6d5826641" providerId="AD" clId="Web-{3F276B06-3BF7-E610-76F6-843312980638}" dt="2026-03-19T23:58:56.831" v="340" actId="20577"/>
          <ac:spMkLst>
            <pc:docMk/>
            <pc:sldMk cId="1659800499" sldId="1117"/>
            <ac:spMk id="7" creationId="{CF548C28-AD14-92CC-ED5B-B56DC2BF20A9}"/>
          </ac:spMkLst>
        </pc:spChg>
        <pc:spChg chg="mod">
          <ac:chgData name="Joseph Gagliardi" userId="S::joseph.gagliardi@wyrestorm.com::972efb24-6ad2-402f-bca8-d0c6d5826641" providerId="AD" clId="Web-{3F276B06-3BF7-E610-76F6-843312980638}" dt="2026-03-20T00:34:45.364" v="369" actId="20577"/>
          <ac:spMkLst>
            <pc:docMk/>
            <pc:sldMk cId="1659800499" sldId="1117"/>
            <ac:spMk id="21" creationId="{50BE4197-A339-8CD0-5945-967C5168B3E2}"/>
          </ac:spMkLst>
        </pc:spChg>
      </pc:sldChg>
      <pc:sldChg chg="modSp ord">
        <pc:chgData name="Joseph Gagliardi" userId="S::joseph.gagliardi@wyrestorm.com::972efb24-6ad2-402f-bca8-d0c6d5826641" providerId="AD" clId="Web-{3F276B06-3BF7-E610-76F6-843312980638}" dt="2026-03-20T00:35:48.962" v="400" actId="20577"/>
        <pc:sldMkLst>
          <pc:docMk/>
          <pc:sldMk cId="309550895" sldId="1118"/>
        </pc:sldMkLst>
        <pc:spChg chg="mod">
          <ac:chgData name="Joseph Gagliardi" userId="S::joseph.gagliardi@wyrestorm.com::972efb24-6ad2-402f-bca8-d0c6d5826641" providerId="AD" clId="Web-{3F276B06-3BF7-E610-76F6-843312980638}" dt="2026-03-20T00:35:48.962" v="400" actId="20577"/>
          <ac:spMkLst>
            <pc:docMk/>
            <pc:sldMk cId="309550895" sldId="1118"/>
            <ac:spMk id="21" creationId="{D01AEC6F-4596-7D12-0D53-55DA7FA8D160}"/>
          </ac:spMkLst>
        </pc:spChg>
      </pc:sldChg>
      <pc:sldChg chg="addSp delSp modSp add replId">
        <pc:chgData name="Joseph Gagliardi" userId="S::joseph.gagliardi@wyrestorm.com::972efb24-6ad2-402f-bca8-d0c6d5826641" providerId="AD" clId="Web-{3F276B06-3BF7-E610-76F6-843312980638}" dt="2026-03-19T23:57:06.549" v="322" actId="1076"/>
        <pc:sldMkLst>
          <pc:docMk/>
          <pc:sldMk cId="2209643162" sldId="1119"/>
        </pc:sldMkLst>
        <pc:spChg chg="add mod">
          <ac:chgData name="Joseph Gagliardi" userId="S::joseph.gagliardi@wyrestorm.com::972efb24-6ad2-402f-bca8-d0c6d5826641" providerId="AD" clId="Web-{3F276B06-3BF7-E610-76F6-843312980638}" dt="2026-03-19T23:55:58.407" v="288" actId="20577"/>
          <ac:spMkLst>
            <pc:docMk/>
            <pc:sldMk cId="2209643162" sldId="1119"/>
            <ac:spMk id="9" creationId="{DE35C4F4-6A0C-9846-ACD7-ADFEE66BD946}"/>
          </ac:spMkLst>
        </pc:spChg>
        <pc:spChg chg="add mod">
          <ac:chgData name="Joseph Gagliardi" userId="S::joseph.gagliardi@wyrestorm.com::972efb24-6ad2-402f-bca8-d0c6d5826641" providerId="AD" clId="Web-{3F276B06-3BF7-E610-76F6-843312980638}" dt="2026-03-19T23:55:31.266" v="255" actId="1076"/>
          <ac:spMkLst>
            <pc:docMk/>
            <pc:sldMk cId="2209643162" sldId="1119"/>
            <ac:spMk id="11" creationId="{9526FE5A-B215-0111-D465-A645725E77C6}"/>
          </ac:spMkLst>
        </pc:spChg>
        <pc:spChg chg="add mod">
          <ac:chgData name="Joseph Gagliardi" userId="S::joseph.gagliardi@wyrestorm.com::972efb24-6ad2-402f-bca8-d0c6d5826641" providerId="AD" clId="Web-{3F276B06-3BF7-E610-76F6-843312980638}" dt="2026-03-19T23:57:06.549" v="322" actId="1076"/>
          <ac:spMkLst>
            <pc:docMk/>
            <pc:sldMk cId="2209643162" sldId="1119"/>
            <ac:spMk id="13" creationId="{6C6F91C8-5F6B-16AE-EFE0-41705961284D}"/>
          </ac:spMkLst>
        </pc:spChg>
        <pc:spChg chg="mod">
          <ac:chgData name="Joseph Gagliardi" userId="S::joseph.gagliardi@wyrestorm.com::972efb24-6ad2-402f-bca8-d0c6d5826641" providerId="AD" clId="Web-{3F276B06-3BF7-E610-76F6-843312980638}" dt="2026-03-19T23:51:35.121" v="23" actId="20577"/>
          <ac:spMkLst>
            <pc:docMk/>
            <pc:sldMk cId="2209643162" sldId="1119"/>
            <ac:spMk id="21" creationId="{B3BC9F31-12DE-C9AC-A119-36453DEF9A23}"/>
          </ac:spMkLst>
        </pc:spChg>
        <pc:picChg chg="add mod">
          <ac:chgData name="Joseph Gagliardi" userId="S::joseph.gagliardi@wyrestorm.com::972efb24-6ad2-402f-bca8-d0c6d5826641" providerId="AD" clId="Web-{3F276B06-3BF7-E610-76F6-843312980638}" dt="2026-03-19T23:53:25.139" v="166" actId="1076"/>
          <ac:picMkLst>
            <pc:docMk/>
            <pc:sldMk cId="2209643162" sldId="1119"/>
            <ac:picMk id="6" creationId="{1AA3AC3C-16C9-2B39-98D7-3EF64BA183E2}"/>
          </ac:picMkLst>
        </pc:picChg>
        <pc:picChg chg="add mod">
          <ac:chgData name="Joseph Gagliardi" userId="S::joseph.gagliardi@wyrestorm.com::972efb24-6ad2-402f-bca8-d0c6d5826641" providerId="AD" clId="Web-{3F276B06-3BF7-E610-76F6-843312980638}" dt="2026-03-19T23:53:50.545" v="180" actId="1076"/>
          <ac:picMkLst>
            <pc:docMk/>
            <pc:sldMk cId="2209643162" sldId="1119"/>
            <ac:picMk id="7" creationId="{1547D48F-9BE5-003F-9955-F197DB23644A}"/>
          </ac:picMkLst>
        </pc:picChg>
        <pc:picChg chg="add mod">
          <ac:chgData name="Joseph Gagliardi" userId="S::joseph.gagliardi@wyrestorm.com::972efb24-6ad2-402f-bca8-d0c6d5826641" providerId="AD" clId="Web-{3F276B06-3BF7-E610-76F6-843312980638}" dt="2026-03-19T23:56:40.267" v="297" actId="1076"/>
          <ac:picMkLst>
            <pc:docMk/>
            <pc:sldMk cId="2209643162" sldId="1119"/>
            <ac:picMk id="12" creationId="{FE002A7A-E18C-E373-E5BD-F2167B685DEB}"/>
          </ac:picMkLst>
        </pc:picChg>
      </pc:sldChg>
    </pc:docChg>
  </pc:docChgLst>
  <pc:docChgLst>
    <pc:chgData name="Joseph Gagliardi" userId="S::joseph.gagliardi@wyrestorm.com::972efb24-6ad2-402f-bca8-d0c6d5826641" providerId="AD" clId="Web-{96FC80DE-FF15-64AC-428A-BA34B21472E5}"/>
    <pc:docChg chg="delSld">
      <pc:chgData name="Joseph Gagliardi" userId="S::joseph.gagliardi@wyrestorm.com::972efb24-6ad2-402f-bca8-d0c6d5826641" providerId="AD" clId="Web-{96FC80DE-FF15-64AC-428A-BA34B21472E5}" dt="2026-03-19T21:15:03.345" v="0"/>
      <pc:docMkLst>
        <pc:docMk/>
      </pc:docMkLst>
    </pc:docChg>
  </pc:docChgLst>
  <pc:docChgLst>
    <pc:chgData name="Joseph Gagliardi" userId="972efb24-6ad2-402f-bca8-d0c6d5826641" providerId="ADAL" clId="{FCBAE704-33C5-4609-BF4D-4502802E159A}"/>
    <pc:docChg chg="undo custSel addSld delSld modSld">
      <pc:chgData name="Joseph Gagliardi" userId="972efb24-6ad2-402f-bca8-d0c6d5826641" providerId="ADAL" clId="{FCBAE704-33C5-4609-BF4D-4502802E159A}" dt="2026-03-19T18:26:20.372" v="454" actId="113"/>
      <pc:docMkLst>
        <pc:docMk/>
      </pc:docMkLst>
      <pc:sldChg chg="addSp delSp modSp mod">
        <pc:chgData name="Joseph Gagliardi" userId="972efb24-6ad2-402f-bca8-d0c6d5826641" providerId="ADAL" clId="{FCBAE704-33C5-4609-BF4D-4502802E159A}" dt="2026-03-19T18:04:39.632" v="350" actId="5793"/>
        <pc:sldMkLst>
          <pc:docMk/>
          <pc:sldMk cId="308249025" sldId="1094"/>
        </pc:sldMkLst>
        <pc:spChg chg="add mod">
          <ac:chgData name="Joseph Gagliardi" userId="972efb24-6ad2-402f-bca8-d0c6d5826641" providerId="ADAL" clId="{FCBAE704-33C5-4609-BF4D-4502802E159A}" dt="2026-03-19T18:04:39.632" v="350" actId="5793"/>
          <ac:spMkLst>
            <pc:docMk/>
            <pc:sldMk cId="308249025" sldId="1094"/>
            <ac:spMk id="9" creationId="{8011C417-F9FA-9AB8-FA28-F1CF22C08E2F}"/>
          </ac:spMkLst>
        </pc:spChg>
        <pc:spChg chg="mod">
          <ac:chgData name="Joseph Gagliardi" userId="972efb24-6ad2-402f-bca8-d0c6d5826641" providerId="ADAL" clId="{FCBAE704-33C5-4609-BF4D-4502802E159A}" dt="2026-03-19T18:04:04.051" v="339" actId="20577"/>
          <ac:spMkLst>
            <pc:docMk/>
            <pc:sldMk cId="308249025" sldId="1094"/>
            <ac:spMk id="21" creationId="{EB09D786-77AF-1DC1-99E1-71371117AA8D}"/>
          </ac:spMkLst>
        </pc:spChg>
      </pc:sldChg>
      <pc:sldChg chg="modSp mod">
        <pc:chgData name="Joseph Gagliardi" userId="972efb24-6ad2-402f-bca8-d0c6d5826641" providerId="ADAL" clId="{FCBAE704-33C5-4609-BF4D-4502802E159A}" dt="2026-03-19T15:18:00.750" v="8" actId="20577"/>
        <pc:sldMkLst>
          <pc:docMk/>
          <pc:sldMk cId="3368542494" sldId="1096"/>
        </pc:sldMkLst>
        <pc:spChg chg="mod">
          <ac:chgData name="Joseph Gagliardi" userId="972efb24-6ad2-402f-bca8-d0c6d5826641" providerId="ADAL" clId="{FCBAE704-33C5-4609-BF4D-4502802E159A}" dt="2026-03-19T15:18:00.750" v="8" actId="20577"/>
          <ac:spMkLst>
            <pc:docMk/>
            <pc:sldMk cId="3368542494" sldId="1096"/>
            <ac:spMk id="3" creationId="{8180A8D9-3B77-11D7-71C4-74EECA6E9A5B}"/>
          </ac:spMkLst>
        </pc:spChg>
      </pc:sldChg>
      <pc:sldChg chg="addSp delSp modSp mod">
        <pc:chgData name="Joseph Gagliardi" userId="972efb24-6ad2-402f-bca8-d0c6d5826641" providerId="ADAL" clId="{FCBAE704-33C5-4609-BF4D-4502802E159A}" dt="2026-03-19T15:49:23.026" v="228" actId="1076"/>
        <pc:sldMkLst>
          <pc:docMk/>
          <pc:sldMk cId="3051384625" sldId="1098"/>
        </pc:sldMkLst>
        <pc:picChg chg="add mod">
          <ac:chgData name="Joseph Gagliardi" userId="972efb24-6ad2-402f-bca8-d0c6d5826641" providerId="ADAL" clId="{FCBAE704-33C5-4609-BF4D-4502802E159A}" dt="2026-03-19T15:49:23.026" v="228" actId="1076"/>
          <ac:picMkLst>
            <pc:docMk/>
            <pc:sldMk cId="3051384625" sldId="1098"/>
            <ac:picMk id="7" creationId="{D7654503-77C6-9D0A-9F54-DC98F76E54BD}"/>
          </ac:picMkLst>
        </pc:picChg>
      </pc:sldChg>
      <pc:sldChg chg="addSp delSp modSp mod">
        <pc:chgData name="Joseph Gagliardi" userId="972efb24-6ad2-402f-bca8-d0c6d5826641" providerId="ADAL" clId="{FCBAE704-33C5-4609-BF4D-4502802E159A}" dt="2026-03-19T18:26:15.524" v="453" actId="113"/>
        <pc:sldMkLst>
          <pc:docMk/>
          <pc:sldMk cId="4236823440" sldId="1099"/>
        </pc:sldMkLst>
        <pc:spChg chg="add mod">
          <ac:chgData name="Joseph Gagliardi" userId="972efb24-6ad2-402f-bca8-d0c6d5826641" providerId="ADAL" clId="{FCBAE704-33C5-4609-BF4D-4502802E159A}" dt="2026-03-19T18:26:15.524" v="453" actId="113"/>
          <ac:spMkLst>
            <pc:docMk/>
            <pc:sldMk cId="4236823440" sldId="1099"/>
            <ac:spMk id="9" creationId="{9E1B528E-B187-FCD9-D5F0-D30264367366}"/>
          </ac:spMkLst>
        </pc:spChg>
        <pc:spChg chg="add mod">
          <ac:chgData name="Joseph Gagliardi" userId="972efb24-6ad2-402f-bca8-d0c6d5826641" providerId="ADAL" clId="{FCBAE704-33C5-4609-BF4D-4502802E159A}" dt="2026-03-19T18:26:12.969" v="452" actId="113"/>
          <ac:spMkLst>
            <pc:docMk/>
            <pc:sldMk cId="4236823440" sldId="1099"/>
            <ac:spMk id="11" creationId="{4C271691-EFCE-9C0B-63B7-CC97C7161F1F}"/>
          </ac:spMkLst>
        </pc:spChg>
        <pc:spChg chg="add mod">
          <ac:chgData name="Joseph Gagliardi" userId="972efb24-6ad2-402f-bca8-d0c6d5826641" providerId="ADAL" clId="{FCBAE704-33C5-4609-BF4D-4502802E159A}" dt="2026-03-19T18:26:10.413" v="451" actId="113"/>
          <ac:spMkLst>
            <pc:docMk/>
            <pc:sldMk cId="4236823440" sldId="1099"/>
            <ac:spMk id="13" creationId="{A7DFC99F-1ABF-676C-7B2F-12694D88208E}"/>
          </ac:spMkLst>
        </pc:spChg>
        <pc:spChg chg="mod">
          <ac:chgData name="Joseph Gagliardi" userId="972efb24-6ad2-402f-bca8-d0c6d5826641" providerId="ADAL" clId="{FCBAE704-33C5-4609-BF4D-4502802E159A}" dt="2026-03-19T18:21:50.627" v="378"/>
          <ac:spMkLst>
            <pc:docMk/>
            <pc:sldMk cId="4236823440" sldId="1099"/>
            <ac:spMk id="21" creationId="{ECB6E766-144E-6776-1868-7630B732603C}"/>
          </ac:spMkLst>
        </pc:spChg>
      </pc:sldChg>
      <pc:sldChg chg="addSp delSp modSp mod">
        <pc:chgData name="Joseph Gagliardi" userId="972efb24-6ad2-402f-bca8-d0c6d5826641" providerId="ADAL" clId="{FCBAE704-33C5-4609-BF4D-4502802E159A}" dt="2026-03-19T16:03:48.723" v="279" actId="1076"/>
        <pc:sldMkLst>
          <pc:docMk/>
          <pc:sldMk cId="3420639271" sldId="1100"/>
        </pc:sldMkLst>
        <pc:spChg chg="add mod">
          <ac:chgData name="Joseph Gagliardi" userId="972efb24-6ad2-402f-bca8-d0c6d5826641" providerId="ADAL" clId="{FCBAE704-33C5-4609-BF4D-4502802E159A}" dt="2026-03-19T16:03:48.723" v="279" actId="1076"/>
          <ac:spMkLst>
            <pc:docMk/>
            <pc:sldMk cId="3420639271" sldId="1100"/>
            <ac:spMk id="11" creationId="{26BA55A2-7035-5CBC-ED68-0032DE91898A}"/>
          </ac:spMkLst>
        </pc:spChg>
        <pc:spChg chg="add mod">
          <ac:chgData name="Joseph Gagliardi" userId="972efb24-6ad2-402f-bca8-d0c6d5826641" providerId="ADAL" clId="{FCBAE704-33C5-4609-BF4D-4502802E159A}" dt="2026-03-19T16:00:51.962" v="269" actId="1076"/>
          <ac:spMkLst>
            <pc:docMk/>
            <pc:sldMk cId="3420639271" sldId="1100"/>
            <ac:spMk id="14" creationId="{3EDFCC95-1673-BA83-03D9-CBD342F3F7A1}"/>
          </ac:spMkLst>
        </pc:spChg>
      </pc:sldChg>
      <pc:sldChg chg="addSp delSp modSp mod">
        <pc:chgData name="Joseph Gagliardi" userId="972efb24-6ad2-402f-bca8-d0c6d5826641" providerId="ADAL" clId="{FCBAE704-33C5-4609-BF4D-4502802E159A}" dt="2026-03-19T18:25:20.040" v="448" actId="1076"/>
        <pc:sldMkLst>
          <pc:docMk/>
          <pc:sldMk cId="2387192276" sldId="1102"/>
        </pc:sldMkLst>
        <pc:spChg chg="add mod">
          <ac:chgData name="Joseph Gagliardi" userId="972efb24-6ad2-402f-bca8-d0c6d5826641" providerId="ADAL" clId="{FCBAE704-33C5-4609-BF4D-4502802E159A}" dt="2026-03-19T18:25:05.956" v="446" actId="1076"/>
          <ac:spMkLst>
            <pc:docMk/>
            <pc:sldMk cId="2387192276" sldId="1102"/>
            <ac:spMk id="8" creationId="{6D828850-55AA-B8A4-851F-8BC169AFF6CD}"/>
          </ac:spMkLst>
        </pc:spChg>
        <pc:spChg chg="add mod">
          <ac:chgData name="Joseph Gagliardi" userId="972efb24-6ad2-402f-bca8-d0c6d5826641" providerId="ADAL" clId="{FCBAE704-33C5-4609-BF4D-4502802E159A}" dt="2026-03-19T18:25:10.755" v="447" actId="1076"/>
          <ac:spMkLst>
            <pc:docMk/>
            <pc:sldMk cId="2387192276" sldId="1102"/>
            <ac:spMk id="10" creationId="{2FE51DDC-977F-0E7F-BA5A-B1E062AEC739}"/>
          </ac:spMkLst>
        </pc:spChg>
      </pc:sldChg>
      <pc:sldChg chg="addSp delSp modSp mod">
        <pc:chgData name="Joseph Gagliardi" userId="972efb24-6ad2-402f-bca8-d0c6d5826641" providerId="ADAL" clId="{FCBAE704-33C5-4609-BF4D-4502802E159A}" dt="2026-03-19T18:21:02.491" v="370" actId="1076"/>
        <pc:sldMkLst>
          <pc:docMk/>
          <pc:sldMk cId="3953047896" sldId="1104"/>
        </pc:sldMkLst>
        <pc:spChg chg="add mod">
          <ac:chgData name="Joseph Gagliardi" userId="972efb24-6ad2-402f-bca8-d0c6d5826641" providerId="ADAL" clId="{FCBAE704-33C5-4609-BF4D-4502802E159A}" dt="2026-03-19T15:36:45.687" v="165" actId="1076"/>
          <ac:spMkLst>
            <pc:docMk/>
            <pc:sldMk cId="3953047896" sldId="1104"/>
            <ac:spMk id="6" creationId="{6040BB87-E3ED-39F5-57C8-AC398156A9B5}"/>
          </ac:spMkLst>
        </pc:spChg>
        <pc:spChg chg="add mod">
          <ac:chgData name="Joseph Gagliardi" userId="972efb24-6ad2-402f-bca8-d0c6d5826641" providerId="ADAL" clId="{FCBAE704-33C5-4609-BF4D-4502802E159A}" dt="2026-03-19T18:21:02.491" v="370" actId="1076"/>
          <ac:spMkLst>
            <pc:docMk/>
            <pc:sldMk cId="3953047896" sldId="1104"/>
            <ac:spMk id="8" creationId="{179CEC2C-0362-0000-6BCB-BF29B35C86CF}"/>
          </ac:spMkLst>
        </pc:spChg>
        <pc:spChg chg="mod">
          <ac:chgData name="Joseph Gagliardi" userId="972efb24-6ad2-402f-bca8-d0c6d5826641" providerId="ADAL" clId="{FCBAE704-33C5-4609-BF4D-4502802E159A}" dt="2026-03-19T15:18:43.199" v="36" actId="20577"/>
          <ac:spMkLst>
            <pc:docMk/>
            <pc:sldMk cId="3953047896" sldId="1104"/>
            <ac:spMk id="21" creationId="{EC4F8B37-F138-E382-E8A9-79B322B68976}"/>
          </ac:spMkLst>
        </pc:spChg>
        <pc:picChg chg="add mod">
          <ac:chgData name="Joseph Gagliardi" userId="972efb24-6ad2-402f-bca8-d0c6d5826641" providerId="ADAL" clId="{FCBAE704-33C5-4609-BF4D-4502802E159A}" dt="2026-03-19T15:36:15.825" v="162" actId="1076"/>
          <ac:picMkLst>
            <pc:docMk/>
            <pc:sldMk cId="3953047896" sldId="1104"/>
            <ac:picMk id="11" creationId="{6AA5E1CA-1AF5-7116-FD5C-C2FAD71EF887}"/>
          </ac:picMkLst>
        </pc:picChg>
        <pc:picChg chg="add mod">
          <ac:chgData name="Joseph Gagliardi" userId="972efb24-6ad2-402f-bca8-d0c6d5826641" providerId="ADAL" clId="{FCBAE704-33C5-4609-BF4D-4502802E159A}" dt="2026-03-19T15:36:19.965" v="163" actId="1076"/>
          <ac:picMkLst>
            <pc:docMk/>
            <pc:sldMk cId="3953047896" sldId="1104"/>
            <ac:picMk id="12" creationId="{22F386F6-05A9-FE1D-22FF-CA29CE6A30C1}"/>
          </ac:picMkLst>
        </pc:picChg>
      </pc:sldChg>
      <pc:sldChg chg="addSp delSp modSp mod">
        <pc:chgData name="Joseph Gagliardi" userId="972efb24-6ad2-402f-bca8-d0c6d5826641" providerId="ADAL" clId="{FCBAE704-33C5-4609-BF4D-4502802E159A}" dt="2026-03-19T15:56:20.504" v="236" actId="20577"/>
        <pc:sldMkLst>
          <pc:docMk/>
          <pc:sldMk cId="675481038" sldId="1111"/>
        </pc:sldMkLst>
        <pc:spChg chg="add mod">
          <ac:chgData name="Joseph Gagliardi" userId="972efb24-6ad2-402f-bca8-d0c6d5826641" providerId="ADAL" clId="{FCBAE704-33C5-4609-BF4D-4502802E159A}" dt="2026-03-19T15:48:13.886" v="225" actId="1076"/>
          <ac:spMkLst>
            <pc:docMk/>
            <pc:sldMk cId="675481038" sldId="1111"/>
            <ac:spMk id="6" creationId="{4761A099-9D77-DC65-84AC-3FA77C8ABC33}"/>
          </ac:spMkLst>
        </pc:spChg>
      </pc:sldChg>
      <pc:sldChg chg="addSp delSp modSp mod">
        <pc:chgData name="Joseph Gagliardi" userId="972efb24-6ad2-402f-bca8-d0c6d5826641" providerId="ADAL" clId="{FCBAE704-33C5-4609-BF4D-4502802E159A}" dt="2026-03-19T18:02:24.333" v="301" actId="20577"/>
        <pc:sldMkLst>
          <pc:docMk/>
          <pc:sldMk cId="3333736553" sldId="1112"/>
        </pc:sldMkLst>
        <pc:spChg chg="add mod">
          <ac:chgData name="Joseph Gagliardi" userId="972efb24-6ad2-402f-bca8-d0c6d5826641" providerId="ADAL" clId="{FCBAE704-33C5-4609-BF4D-4502802E159A}" dt="2026-03-19T18:02:24.333" v="301" actId="20577"/>
          <ac:spMkLst>
            <pc:docMk/>
            <pc:sldMk cId="3333736553" sldId="1112"/>
            <ac:spMk id="6" creationId="{0F442929-4F4D-3232-E28A-B3B00EE15ACE}"/>
          </ac:spMkLst>
        </pc:spChg>
      </pc:sldChg>
      <pc:sldChg chg="delSp modSp add mod">
        <pc:chgData name="Joseph Gagliardi" userId="972efb24-6ad2-402f-bca8-d0c6d5826641" providerId="ADAL" clId="{FCBAE704-33C5-4609-BF4D-4502802E159A}" dt="2026-03-19T15:51:13.107" v="232" actId="20577"/>
        <pc:sldMkLst>
          <pc:docMk/>
          <pc:sldMk cId="2649377776" sldId="1114"/>
        </pc:sldMkLst>
        <pc:spChg chg="mod">
          <ac:chgData name="Joseph Gagliardi" userId="972efb24-6ad2-402f-bca8-d0c6d5826641" providerId="ADAL" clId="{FCBAE704-33C5-4609-BF4D-4502802E159A}" dt="2026-03-19T15:36:50.487" v="166" actId="1076"/>
          <ac:spMkLst>
            <pc:docMk/>
            <pc:sldMk cId="2649377776" sldId="1114"/>
            <ac:spMk id="6" creationId="{35594749-3D6D-8C2E-6A2A-4B96DC9EC994}"/>
          </ac:spMkLst>
        </pc:spChg>
        <pc:spChg chg="mod">
          <ac:chgData name="Joseph Gagliardi" userId="972efb24-6ad2-402f-bca8-d0c6d5826641" providerId="ADAL" clId="{FCBAE704-33C5-4609-BF4D-4502802E159A}" dt="2026-03-19T15:51:13.107" v="232" actId="20577"/>
          <ac:spMkLst>
            <pc:docMk/>
            <pc:sldMk cId="2649377776" sldId="1114"/>
            <ac:spMk id="10" creationId="{6193DE7F-7B2C-08CF-3211-BA6478A5B0AD}"/>
          </ac:spMkLst>
        </pc:spChg>
        <pc:picChg chg="mod">
          <ac:chgData name="Joseph Gagliardi" userId="972efb24-6ad2-402f-bca8-d0c6d5826641" providerId="ADAL" clId="{FCBAE704-33C5-4609-BF4D-4502802E159A}" dt="2026-03-19T15:36:03.854" v="158" actId="1076"/>
          <ac:picMkLst>
            <pc:docMk/>
            <pc:sldMk cId="2649377776" sldId="1114"/>
            <ac:picMk id="11" creationId="{3B782B3D-2085-531E-B532-F24341D5DC01}"/>
          </ac:picMkLst>
        </pc:picChg>
        <pc:picChg chg="mod">
          <ac:chgData name="Joseph Gagliardi" userId="972efb24-6ad2-402f-bca8-d0c6d5826641" providerId="ADAL" clId="{FCBAE704-33C5-4609-BF4D-4502802E159A}" dt="2026-03-19T15:36:07.588" v="160" actId="1076"/>
          <ac:picMkLst>
            <pc:docMk/>
            <pc:sldMk cId="2649377776" sldId="1114"/>
            <ac:picMk id="12" creationId="{E1380EB6-9977-C035-2AD3-06E3CB701BBF}"/>
          </ac:picMkLst>
        </pc:picChg>
      </pc:sldChg>
      <pc:sldChg chg="addSp delSp modSp add mod">
        <pc:chgData name="Joseph Gagliardi" userId="972efb24-6ad2-402f-bca8-d0c6d5826641" providerId="ADAL" clId="{FCBAE704-33C5-4609-BF4D-4502802E159A}" dt="2026-03-19T15:57:36.846" v="243" actId="1076"/>
        <pc:sldMkLst>
          <pc:docMk/>
          <pc:sldMk cId="44492226" sldId="1115"/>
        </pc:sldMkLst>
        <pc:spChg chg="add mod">
          <ac:chgData name="Joseph Gagliardi" userId="972efb24-6ad2-402f-bca8-d0c6d5826641" providerId="ADAL" clId="{FCBAE704-33C5-4609-BF4D-4502802E159A}" dt="2026-03-19T15:57:36.846" v="243" actId="1076"/>
          <ac:spMkLst>
            <pc:docMk/>
            <pc:sldMk cId="44492226" sldId="1115"/>
            <ac:spMk id="7" creationId="{7B0D7BC6-5F1F-7DE3-84A7-33A27BFF6E6A}"/>
          </ac:spMkLst>
        </pc:spChg>
      </pc:sldChg>
      <pc:sldChg chg="addSp delSp modSp add mod">
        <pc:chgData name="Joseph Gagliardi" userId="972efb24-6ad2-402f-bca8-d0c6d5826641" providerId="ADAL" clId="{FCBAE704-33C5-4609-BF4D-4502802E159A}" dt="2026-03-19T18:01:51.030" v="299" actId="1076"/>
        <pc:sldMkLst>
          <pc:docMk/>
          <pc:sldMk cId="4223734073" sldId="1116"/>
        </pc:sldMkLst>
        <pc:spChg chg="add mod">
          <ac:chgData name="Joseph Gagliardi" userId="972efb24-6ad2-402f-bca8-d0c6d5826641" providerId="ADAL" clId="{FCBAE704-33C5-4609-BF4D-4502802E159A}" dt="2026-03-19T18:01:51.030" v="299" actId="1076"/>
          <ac:spMkLst>
            <pc:docMk/>
            <pc:sldMk cId="4223734073" sldId="1116"/>
            <ac:spMk id="6" creationId="{0D26ED18-7CB5-1731-73C3-0D67768D5697}"/>
          </ac:spMkLst>
        </pc:spChg>
      </pc:sldChg>
      <pc:sldChg chg="addSp delSp modSp add mod">
        <pc:chgData name="Joseph Gagliardi" userId="972efb24-6ad2-402f-bca8-d0c6d5826641" providerId="ADAL" clId="{FCBAE704-33C5-4609-BF4D-4502802E159A}" dt="2026-03-19T18:26:20.372" v="454" actId="113"/>
        <pc:sldMkLst>
          <pc:docMk/>
          <pc:sldMk cId="1659800499" sldId="1117"/>
        </pc:sldMkLst>
        <pc:spChg chg="add mod">
          <ac:chgData name="Joseph Gagliardi" userId="972efb24-6ad2-402f-bca8-d0c6d5826641" providerId="ADAL" clId="{FCBAE704-33C5-4609-BF4D-4502802E159A}" dt="2026-03-19T18:26:20.372" v="454" actId="113"/>
          <ac:spMkLst>
            <pc:docMk/>
            <pc:sldMk cId="1659800499" sldId="1117"/>
            <ac:spMk id="7" creationId="{CF548C28-AD14-92CC-ED5B-B56DC2BF20A9}"/>
          </ac:spMkLst>
        </pc:spChg>
      </pc:sldChg>
      <pc:sldChg chg="addSp delSp modSp add mod">
        <pc:chgData name="Joseph Gagliardi" userId="972efb24-6ad2-402f-bca8-d0c6d5826641" providerId="ADAL" clId="{FCBAE704-33C5-4609-BF4D-4502802E159A}" dt="2026-03-19T18:05:48.110" v="367" actId="113"/>
        <pc:sldMkLst>
          <pc:docMk/>
          <pc:sldMk cId="309550895" sldId="1118"/>
        </pc:sldMkLst>
        <pc:spChg chg="add mod">
          <ac:chgData name="Joseph Gagliardi" userId="972efb24-6ad2-402f-bca8-d0c6d5826641" providerId="ADAL" clId="{FCBAE704-33C5-4609-BF4D-4502802E159A}" dt="2026-03-19T18:05:48.110" v="367" actId="113"/>
          <ac:spMkLst>
            <pc:docMk/>
            <pc:sldMk cId="309550895" sldId="1118"/>
            <ac:spMk id="6" creationId="{77F75AA2-9AA1-1552-FD0B-8CFE10234E72}"/>
          </ac:spMkLst>
        </pc:spChg>
      </pc:sldChg>
    </pc:docChg>
  </pc:docChgLst>
  <pc:docChgLst>
    <pc:chgData name="Joseph Gagliardi" userId="972efb24-6ad2-402f-bca8-d0c6d5826641" providerId="ADAL" clId="{41D2315C-04C6-527C-AF25-E7E5EEA1B6C8}"/>
    <pc:docChg chg="undo custSel addSld modSld">
      <pc:chgData name="Joseph Gagliardi" userId="972efb24-6ad2-402f-bca8-d0c6d5826641" providerId="ADAL" clId="{41D2315C-04C6-527C-AF25-E7E5EEA1B6C8}" dt="2026-03-25T10:33:17.004" v="96" actId="20577"/>
      <pc:docMkLst>
        <pc:docMk/>
      </pc:docMkLst>
      <pc:sldChg chg="addSp delSp modSp mod">
        <pc:chgData name="Joseph Gagliardi" userId="972efb24-6ad2-402f-bca8-d0c6d5826641" providerId="ADAL" clId="{41D2315C-04C6-527C-AF25-E7E5EEA1B6C8}" dt="2026-03-23T15:59:54.293" v="82" actId="1076"/>
        <pc:sldMkLst>
          <pc:docMk/>
          <pc:sldMk cId="308249025" sldId="1094"/>
        </pc:sldMkLst>
        <pc:picChg chg="add mod">
          <ac:chgData name="Joseph Gagliardi" userId="972efb24-6ad2-402f-bca8-d0c6d5826641" providerId="ADAL" clId="{41D2315C-04C6-527C-AF25-E7E5EEA1B6C8}" dt="2026-03-23T15:59:54.293" v="82" actId="1076"/>
          <ac:picMkLst>
            <pc:docMk/>
            <pc:sldMk cId="308249025" sldId="1094"/>
            <ac:picMk id="10" creationId="{43070C2C-9114-3B04-774C-2AC55780BE6E}"/>
          </ac:picMkLst>
        </pc:picChg>
      </pc:sldChg>
      <pc:sldChg chg="addSp modSp mod">
        <pc:chgData name="Joseph Gagliardi" userId="972efb24-6ad2-402f-bca8-d0c6d5826641" providerId="ADAL" clId="{41D2315C-04C6-527C-AF25-E7E5EEA1B6C8}" dt="2026-03-23T16:00:21.270" v="89" actId="1076"/>
        <pc:sldMkLst>
          <pc:docMk/>
          <pc:sldMk cId="3420639271" sldId="1100"/>
        </pc:sldMkLst>
        <pc:picChg chg="add mod">
          <ac:chgData name="Joseph Gagliardi" userId="972efb24-6ad2-402f-bca8-d0c6d5826641" providerId="ADAL" clId="{41D2315C-04C6-527C-AF25-E7E5EEA1B6C8}" dt="2026-03-23T16:00:21.270" v="89" actId="1076"/>
          <ac:picMkLst>
            <pc:docMk/>
            <pc:sldMk cId="3420639271" sldId="1100"/>
            <ac:picMk id="6" creationId="{6360546D-019D-48BD-804E-2D4896BE44F5}"/>
          </ac:picMkLst>
        </pc:picChg>
      </pc:sldChg>
      <pc:sldChg chg="delSp mod">
        <pc:chgData name="Joseph Gagliardi" userId="972efb24-6ad2-402f-bca8-d0c6d5826641" providerId="ADAL" clId="{41D2315C-04C6-527C-AF25-E7E5EEA1B6C8}" dt="2026-03-24T14:18:12.545" v="94" actId="478"/>
        <pc:sldMkLst>
          <pc:docMk/>
          <pc:sldMk cId="2387192276" sldId="1102"/>
        </pc:sldMkLst>
        <pc:spChg chg="del">
          <ac:chgData name="Joseph Gagliardi" userId="972efb24-6ad2-402f-bca8-d0c6d5826641" providerId="ADAL" clId="{41D2315C-04C6-527C-AF25-E7E5EEA1B6C8}" dt="2026-03-24T14:18:12.545" v="94" actId="478"/>
          <ac:spMkLst>
            <pc:docMk/>
            <pc:sldMk cId="2387192276" sldId="1102"/>
            <ac:spMk id="4" creationId="{B3AA5716-5267-D61D-35A6-763824D79422}"/>
          </ac:spMkLst>
        </pc:spChg>
      </pc:sldChg>
      <pc:sldChg chg="modSp mod">
        <pc:chgData name="Joseph Gagliardi" userId="972efb24-6ad2-402f-bca8-d0c6d5826641" providerId="ADAL" clId="{41D2315C-04C6-527C-AF25-E7E5EEA1B6C8}" dt="2026-03-24T14:17:30.201" v="93" actId="20577"/>
        <pc:sldMkLst>
          <pc:docMk/>
          <pc:sldMk cId="3953047896" sldId="1104"/>
        </pc:sldMkLst>
        <pc:spChg chg="mod">
          <ac:chgData name="Joseph Gagliardi" userId="972efb24-6ad2-402f-bca8-d0c6d5826641" providerId="ADAL" clId="{41D2315C-04C6-527C-AF25-E7E5EEA1B6C8}" dt="2026-03-24T14:17:30.201" v="93" actId="20577"/>
          <ac:spMkLst>
            <pc:docMk/>
            <pc:sldMk cId="3953047896" sldId="1104"/>
            <ac:spMk id="8" creationId="{179CEC2C-0362-0000-6BCB-BF29B35C86CF}"/>
          </ac:spMkLst>
        </pc:spChg>
      </pc:sldChg>
      <pc:sldChg chg="addSp delSp modSp mod">
        <pc:chgData name="Joseph Gagliardi" userId="972efb24-6ad2-402f-bca8-d0c6d5826641" providerId="ADAL" clId="{41D2315C-04C6-527C-AF25-E7E5EEA1B6C8}" dt="2026-03-23T15:19:43.995" v="70" actId="1076"/>
        <pc:sldMkLst>
          <pc:docMk/>
          <pc:sldMk cId="675481038" sldId="1111"/>
        </pc:sldMkLst>
        <pc:spChg chg="mod">
          <ac:chgData name="Joseph Gagliardi" userId="972efb24-6ad2-402f-bca8-d0c6d5826641" providerId="ADAL" clId="{41D2315C-04C6-527C-AF25-E7E5EEA1B6C8}" dt="2026-03-23T15:18:54.159" v="61" actId="1076"/>
          <ac:spMkLst>
            <pc:docMk/>
            <pc:sldMk cId="675481038" sldId="1111"/>
            <ac:spMk id="6" creationId="{4761A099-9D77-DC65-84AC-3FA77C8ABC33}"/>
          </ac:spMkLst>
        </pc:spChg>
        <pc:picChg chg="add mod">
          <ac:chgData name="Joseph Gagliardi" userId="972efb24-6ad2-402f-bca8-d0c6d5826641" providerId="ADAL" clId="{41D2315C-04C6-527C-AF25-E7E5EEA1B6C8}" dt="2026-03-23T15:19:43.995" v="70" actId="1076"/>
          <ac:picMkLst>
            <pc:docMk/>
            <pc:sldMk cId="675481038" sldId="1111"/>
            <ac:picMk id="4" creationId="{093CEA77-1764-9571-D8BC-F824B2B26C22}"/>
          </ac:picMkLst>
        </pc:picChg>
      </pc:sldChg>
      <pc:sldChg chg="addSp modSp mod">
        <pc:chgData name="Joseph Gagliardi" userId="972efb24-6ad2-402f-bca8-d0c6d5826641" providerId="ADAL" clId="{41D2315C-04C6-527C-AF25-E7E5EEA1B6C8}" dt="2026-03-23T16:00:27.165" v="90" actId="14100"/>
        <pc:sldMkLst>
          <pc:docMk/>
          <pc:sldMk cId="3333736553" sldId="1112"/>
        </pc:sldMkLst>
        <pc:picChg chg="add mod">
          <ac:chgData name="Joseph Gagliardi" userId="972efb24-6ad2-402f-bca8-d0c6d5826641" providerId="ADAL" clId="{41D2315C-04C6-527C-AF25-E7E5EEA1B6C8}" dt="2026-03-23T16:00:27.165" v="90" actId="14100"/>
          <ac:picMkLst>
            <pc:docMk/>
            <pc:sldMk cId="3333736553" sldId="1112"/>
            <ac:picMk id="7" creationId="{3D9E4ED1-31F4-8524-9203-8D265EB853F7}"/>
          </ac:picMkLst>
        </pc:picChg>
      </pc:sldChg>
      <pc:sldChg chg="addSp delSp modSp mod">
        <pc:chgData name="Joseph Gagliardi" userId="972efb24-6ad2-402f-bca8-d0c6d5826641" providerId="ADAL" clId="{41D2315C-04C6-527C-AF25-E7E5EEA1B6C8}" dt="2026-03-23T15:17:14.046" v="53" actId="1076"/>
        <pc:sldMkLst>
          <pc:docMk/>
          <pc:sldMk cId="4223734073" sldId="1116"/>
        </pc:sldMkLst>
        <pc:picChg chg="add mod">
          <ac:chgData name="Joseph Gagliardi" userId="972efb24-6ad2-402f-bca8-d0c6d5826641" providerId="ADAL" clId="{41D2315C-04C6-527C-AF25-E7E5EEA1B6C8}" dt="2026-03-23T15:17:14.046" v="53" actId="1076"/>
          <ac:picMkLst>
            <pc:docMk/>
            <pc:sldMk cId="4223734073" sldId="1116"/>
            <ac:picMk id="9" creationId="{2FF0D9D6-FB92-8485-C12A-7654B948A088}"/>
          </ac:picMkLst>
        </pc:picChg>
      </pc:sldChg>
      <pc:sldChg chg="addSp modSp mod">
        <pc:chgData name="Joseph Gagliardi" userId="972efb24-6ad2-402f-bca8-d0c6d5826641" providerId="ADAL" clId="{41D2315C-04C6-527C-AF25-E7E5EEA1B6C8}" dt="2026-03-23T15:00:36.183" v="25" actId="1076"/>
        <pc:sldMkLst>
          <pc:docMk/>
          <pc:sldMk cId="1659800499" sldId="1117"/>
        </pc:sldMkLst>
        <pc:picChg chg="add mod">
          <ac:chgData name="Joseph Gagliardi" userId="972efb24-6ad2-402f-bca8-d0c6d5826641" providerId="ADAL" clId="{41D2315C-04C6-527C-AF25-E7E5EEA1B6C8}" dt="2026-03-23T15:00:36.183" v="25" actId="1076"/>
          <ac:picMkLst>
            <pc:docMk/>
            <pc:sldMk cId="1659800499" sldId="1117"/>
            <ac:picMk id="6" creationId="{74CE2826-B5CF-1708-11F7-8AEFEAA0222D}"/>
          </ac:picMkLst>
        </pc:picChg>
      </pc:sldChg>
      <pc:sldChg chg="addSp modSp mod">
        <pc:chgData name="Joseph Gagliardi" userId="972efb24-6ad2-402f-bca8-d0c6d5826641" providerId="ADAL" clId="{41D2315C-04C6-527C-AF25-E7E5EEA1B6C8}" dt="2026-03-25T10:33:17.004" v="96" actId="20577"/>
        <pc:sldMkLst>
          <pc:docMk/>
          <pc:sldMk cId="309550895" sldId="1118"/>
        </pc:sldMkLst>
        <pc:spChg chg="mod">
          <ac:chgData name="Joseph Gagliardi" userId="972efb24-6ad2-402f-bca8-d0c6d5826641" providerId="ADAL" clId="{41D2315C-04C6-527C-AF25-E7E5EEA1B6C8}" dt="2026-03-25T10:33:17.004" v="96" actId="20577"/>
          <ac:spMkLst>
            <pc:docMk/>
            <pc:sldMk cId="309550895" sldId="1118"/>
            <ac:spMk id="6" creationId="{77F75AA2-9AA1-1552-FD0B-8CFE10234E72}"/>
          </ac:spMkLst>
        </pc:spChg>
        <pc:picChg chg="add mod">
          <ac:chgData name="Joseph Gagliardi" userId="972efb24-6ad2-402f-bca8-d0c6d5826641" providerId="ADAL" clId="{41D2315C-04C6-527C-AF25-E7E5EEA1B6C8}" dt="2026-03-23T15:18:11.523" v="55" actId="1076"/>
          <ac:picMkLst>
            <pc:docMk/>
            <pc:sldMk cId="309550895" sldId="1118"/>
            <ac:picMk id="4" creationId="{A693044A-AEDB-5D99-7E05-99EBCD7FB4F5}"/>
          </ac:picMkLst>
        </pc:picChg>
      </pc:sldChg>
      <pc:sldChg chg="addSp delSp modSp add mod">
        <pc:chgData name="Joseph Gagliardi" userId="972efb24-6ad2-402f-bca8-d0c6d5826641" providerId="ADAL" clId="{41D2315C-04C6-527C-AF25-E7E5EEA1B6C8}" dt="2026-03-23T15:19:16.946" v="65" actId="1076"/>
        <pc:sldMkLst>
          <pc:docMk/>
          <pc:sldMk cId="144435403" sldId="1120"/>
        </pc:sldMkLst>
        <pc:spChg chg="mod">
          <ac:chgData name="Joseph Gagliardi" userId="972efb24-6ad2-402f-bca8-d0c6d5826641" providerId="ADAL" clId="{41D2315C-04C6-527C-AF25-E7E5EEA1B6C8}" dt="2026-03-23T15:18:42.608" v="59" actId="1076"/>
          <ac:spMkLst>
            <pc:docMk/>
            <pc:sldMk cId="144435403" sldId="1120"/>
            <ac:spMk id="8" creationId="{35EEAFC2-93B7-305D-B562-5E73B7C7048A}"/>
          </ac:spMkLst>
        </pc:spChg>
        <pc:spChg chg="mod">
          <ac:chgData name="Joseph Gagliardi" userId="972efb24-6ad2-402f-bca8-d0c6d5826641" providerId="ADAL" clId="{41D2315C-04C6-527C-AF25-E7E5EEA1B6C8}" dt="2026-03-23T15:19:16.946" v="65" actId="1076"/>
          <ac:spMkLst>
            <pc:docMk/>
            <pc:sldMk cId="144435403" sldId="1120"/>
            <ac:spMk id="21" creationId="{FB15C142-2FD1-5C5E-9CA9-02201404670B}"/>
          </ac:spMkLst>
        </pc:spChg>
        <pc:picChg chg="add mod">
          <ac:chgData name="Joseph Gagliardi" userId="972efb24-6ad2-402f-bca8-d0c6d5826641" providerId="ADAL" clId="{41D2315C-04C6-527C-AF25-E7E5EEA1B6C8}" dt="2026-03-23T15:19:11.684" v="63" actId="1076"/>
          <ac:picMkLst>
            <pc:docMk/>
            <pc:sldMk cId="144435403" sldId="1120"/>
            <ac:picMk id="4" creationId="{4B808EB3-1013-61E9-C0FF-EC6610E940D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6DE376-40F0-6A4A-A018-4C41EB73C307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1F3CE-FC55-0A42-B68A-7163032F7D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96FA-F41F-5C2A-5DC4-549059D6F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566F2-99B6-7F92-8C6B-1D8FBABF6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1CC6E-87F2-CF23-62A8-3C96C59C6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070A5-0DA6-35A3-D84F-FB012B1CB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013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8C439-E0F3-A57C-662F-3652A15E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BB371-0FAB-C50B-FE97-1CCA940F8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25118-AAAE-CEBE-ECB5-CC275C955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E6079-392B-2B37-472F-5A21C9276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6423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830A-C5B0-CCAA-D60B-E84020BE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EC87F-2543-AD51-DBE3-F0D22B6A20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ABC08-C283-9B6C-F0B7-B8B2CB4B4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3D7C6-D046-5787-8321-82740B0DC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362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80C6-41DD-4D7A-5C93-F2188D0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36F92-3E2D-D570-86F3-EF03AC232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41119-BC99-02AB-9823-5A42C6B16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354AF-A3BD-0FBD-5E4E-00C1542C2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9512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3DB6A-5911-6B48-72FE-652B158C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A502A-B7C0-2DD0-C093-CCBD6EBC1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F9E08-7B55-590B-E903-B258AB1A4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EFDF6-C891-974E-F177-214349F2E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996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7E83-0601-D38F-396F-C24546032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AF3FA-F2A2-EC25-B36C-80E8434888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82785-B04E-02C7-9B3A-BD649988B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6073D-29D8-E779-AEF0-B82FEE6E4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916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06C24-C55E-2C74-F9C9-EBA4D6DC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40960-BA1D-DBC0-9A3C-DB4E9786A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6B083-ECF9-E6CF-6D80-49C83C3CD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FE4C-F002-0B27-5324-1C121E9AC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5958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DADAE-2DDD-EBB7-13BE-8CA830D15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8E74A-331A-C04A-9B1C-C8544925E2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7B552-FA1A-B6D6-CD52-45695BE52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C1327-0BBE-56ED-4A9D-52A7E9108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671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3E975-FB50-B468-D022-D60B80EB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5560F-05A9-9469-04E3-D12F0207E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4617D-AE85-AA1E-B6C9-68C2D166B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4B4D1-EDCA-483B-E21A-ED9006BD0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2105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1C6D-9783-B842-A268-F00AF84C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F0838-6D44-566C-3707-270DA8C71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1708D-6AD4-0CAC-9458-29571ABD5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2E0B8-29D3-5229-8982-FCDC05CCF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952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4B636-B3CA-F38A-6A1D-024F68EE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66DE0-4E0B-B692-6799-DACADD0B06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688EF9-301D-3062-2D7F-E558B9062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E7D1A-1A3B-63F4-D099-88998780C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692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F4A1-B44E-AB9C-7E7D-567709EA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79E88-9A52-9A0A-376D-DA635CFAB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4EDB6-1B18-8C91-2643-02E701F03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A268F-16F8-9BD1-C0D6-3665DCA52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98882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801AA-17E4-7D6B-C513-24E67A4E6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F1572-F317-1786-EC9B-75D7B5B10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F7B46-AC91-BD75-89CA-6BA027F11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1FAFD-63EF-17F7-457C-0C77B0F5D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7431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4D25-AD4B-5E3C-256F-301EC22A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DB27F-ED41-BF1F-A2A5-6A1164F16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2B342-9422-365D-F154-4C1B9DA2A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E7BC3-C8A6-12B3-AE43-9B5921876B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315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F38E-8A96-8F60-567B-ECD37980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B257D-0795-96C5-C56E-36D3754DF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FE0E4-4B76-A7E4-484B-66C700A0D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FA481-C223-B2C1-4192-F9CC3F90B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9981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B8CE-ECBE-DE5B-7B16-63301B8C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F0567-AB0C-9687-E8B5-6D8218374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E0B81-B13B-2A79-4636-14040B2B9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AC7D4-E679-C2C9-ACF5-8DCE9CC94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013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56111-FD89-5EB2-9858-3EE1A00A8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C8398-5389-8C5F-0B05-D222EDC90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FB93B-52F4-3A84-B9E8-A0025E75B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23B97-F2C1-B2DA-5BC0-ABF6F9104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9F3C-0E2A-F4FD-378E-AB1724405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84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B7FE-93B4-53E8-A98D-FBC00179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685ED-3B92-CD6D-F36B-7F99117B7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CDA82-5847-74D5-59DF-5306FECC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9EB59-7BA2-C393-86B4-691300F8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39832-AAC3-5BBA-5A79-05CF9896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6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14F8-42B3-140F-3492-8776CF0C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FE107E-FD1E-AAD3-3134-5E8291322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62918-BF1C-F113-3F48-CE73DE53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D386E-7D36-0E90-A12C-8FA8A2E3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FC014-44C4-3676-A93A-265BE5B0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10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FC43-C0D2-E5B8-C9FB-6D5FBDBF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AA700-B725-522F-6007-216F24B17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08934-8C0D-E61F-C731-96FDEF7EB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B6A1B-51D7-3BC3-EA63-D0537D06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C8147-B0B5-5F43-5489-6F6047490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CAD1B-DC19-08F1-C691-54E050F5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20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DEA76-1989-4289-CE3D-2962075F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D9DA2-C38B-62A0-4402-4F29F3194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4FCDF-2ACB-A724-BF28-BD46DA2A7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A729D-37D5-0D26-C8CA-06CC92A20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A6FC9-F897-3765-AD7E-6DC68F840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56E5D-936D-67A6-FD4A-6FE43742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EE5C3-D721-9170-9D62-3ED0E2CE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D66B5-F9CB-8467-7448-8A61E8F19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9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D1C5-03AC-3788-3DB2-5079AA966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D5709-D702-2F30-8103-6082D2A2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0F9F9-DBC5-2237-A474-1EE4BB97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A6F7F9-3585-1585-E914-8CBBF0A86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04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159989-09F7-716E-19A5-1449539B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52E80-2D92-68A5-8149-F8C73BC7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C2C27-7D3D-046E-9DA7-9D1F9FDA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61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AF03-5A4B-5D33-7B06-35561F75E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222B6-A89E-C9D9-0356-14E516DF2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FAC3B-8E15-8076-2C2C-F24960D7A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D74D6-361A-2C6F-0BF9-6C5BE77C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7C2DB-CFBB-AE81-392D-FDA5F99F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4BA9D2-A547-55FF-85B8-8D94A02C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0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9426-84A2-9ED1-DA32-EE0EE2D77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C2A42D-44CD-CD93-F21C-80027D94E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F5E45-EAC4-3E1B-1D97-C1892AB37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A0D2D8-A94C-7A90-8418-A07EE43B6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187C4-E65B-FEEC-A727-C4DEDC38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FF97D-1109-AE35-73BB-22F942F6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6502-DEED-406F-BE6E-18508FB9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14502-0AA8-E608-7DD7-AE82B616A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7A0B0-A74C-E8CF-CFD0-0709102C7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F95AF-A511-DA11-76A1-EFAC45EFC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EB519-94E5-EFC7-8EB1-0635BC2F1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416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7B169-BFDE-731E-BB2F-D7E270848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2AC41-FF22-0121-E3C4-A1BF6EB1B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0C562-5EBB-D0D3-14B5-E664466A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69899-F345-6258-FE05-70DF590F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7927D-0A7E-6E53-260A-B434C53B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96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C8382-076A-898E-FF8B-33CC7B40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971FC-C575-1D75-5B54-2B0D4EB25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26EEF-F712-6382-8799-B1547BF029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5F7CD9-69C1-3F46-8521-FCFDC32431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EAD75-BCA4-A919-8E59-461D9A11F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F66EC-B71B-FDDF-7339-946318065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A2BC5-B639-ED40-BE78-67E3E12DD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71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3.xml"/><Relationship Id="rId7" Type="http://schemas.openxmlformats.org/officeDocument/2006/relationships/image" Target="../media/image5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6.xml"/><Relationship Id="rId7" Type="http://schemas.openxmlformats.org/officeDocument/2006/relationships/image" Target="../media/image5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9.xml"/><Relationship Id="rId7" Type="http://schemas.openxmlformats.org/officeDocument/2006/relationships/image" Target="../media/image5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7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3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4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31.xml"/><Relationship Id="rId7" Type="http://schemas.openxmlformats.org/officeDocument/2006/relationships/image" Target="../media/image8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4.xml"/><Relationship Id="rId7" Type="http://schemas.openxmlformats.org/officeDocument/2006/relationships/image" Target="../media/image8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11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12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49.xml"/><Relationship Id="rId7" Type="http://schemas.openxmlformats.org/officeDocument/2006/relationships/image" Target="../media/image13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7A0A-E38C-2F36-ADB1-2003622CFC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Solution Sales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0A8D9-3B77-11D7-71C4-74EECA6E9A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NDI &amp; Cameras</a:t>
            </a:r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6FAB64DB-4E4C-4787-546B-3B9FD83A060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Google Shape;82;p1">
            <a:extLst>
              <a:ext uri="{FF2B5EF4-FFF2-40B4-BE49-F238E27FC236}">
                <a16:creationId xmlns:a16="http://schemas.microsoft.com/office/drawing/2014/main" id="{B24C05A4-D739-A91B-6455-73250FDDE498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>
            <a:extLst>
              <a:ext uri="{FF2B5EF4-FFF2-40B4-BE49-F238E27FC236}">
                <a16:creationId xmlns:a16="http://schemas.microsoft.com/office/drawing/2014/main" id="{6D21AA91-5186-1400-CBC7-D308F279927A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</p:spTree>
    <p:extLst>
      <p:ext uri="{BB962C8B-B14F-4D97-AF65-F5344CB8AC3E}">
        <p14:creationId xmlns:p14="http://schemas.microsoft.com/office/powerpoint/2010/main" val="3368542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3A2B-1C96-5E79-DE8F-48EC3CD48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The Power of NDI – How to Use NDI in Your Business | Applied Electronics">
            <a:extLst>
              <a:ext uri="{FF2B5EF4-FFF2-40B4-BE49-F238E27FC236}">
                <a16:creationId xmlns:a16="http://schemas.microsoft.com/office/drawing/2014/main" id="{11C37193-D8F5-BDD1-ADF3-B88AFF4BE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9738" y="2874075"/>
            <a:ext cx="5402856" cy="254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7">
            <a:extLst>
              <a:ext uri="{FF2B5EF4-FFF2-40B4-BE49-F238E27FC236}">
                <a16:creationId xmlns:a16="http://schemas.microsoft.com/office/drawing/2014/main" id="{9383972E-B4B9-2F0C-F001-E641034F02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458721-6A17-E02C-6A66-E9BC761CEB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 fontScale="85000" lnSpcReduction="10000"/>
          </a:bodyPr>
          <a:lstStyle/>
          <a:p>
            <a:pPr>
              <a:buSzPct val="100000"/>
            </a:pP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NDI® &amp; NDI® 6 – Why It’s Used in Modern AV Workflows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69391BBD-7BC2-4644-552E-A2F238292EB6}"/>
              </a:ext>
            </a:extLst>
          </p:cNvPr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13FDCDD-58F5-7676-FE96-BAC5ABE99C76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B95FC-2AFC-7793-6E9C-1004CC93999B}"/>
              </a:ext>
            </a:extLst>
          </p:cNvPr>
          <p:cNvSpPr txBox="1"/>
          <p:nvPr/>
        </p:nvSpPr>
        <p:spPr>
          <a:xfrm>
            <a:off x="2038350" y="1061037"/>
            <a:ext cx="843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What is NDI® 6?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Latest generation of NDI (Network Device Interface) developed by </a:t>
            </a:r>
            <a:r>
              <a:rPr lang="en-US" err="1"/>
              <a:t>Vizrt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Transports high-quality video, audio, and metadata over standard IP networks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A47FBC-9AA6-BE57-5B6E-74B61DBE8936}"/>
              </a:ext>
            </a:extLst>
          </p:cNvPr>
          <p:cNvSpPr txBox="1"/>
          <p:nvPr/>
        </p:nvSpPr>
        <p:spPr>
          <a:xfrm>
            <a:off x="298877" y="2137958"/>
            <a:ext cx="90805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/>
              <a:t>Why NDI is Utilized:</a:t>
            </a:r>
          </a:p>
          <a:p>
            <a:pPr>
              <a:buNone/>
            </a:pPr>
            <a:endParaRPr lang="en-US" sz="1200" b="1"/>
          </a:p>
          <a:p>
            <a:pPr>
              <a:buNone/>
            </a:pPr>
            <a:r>
              <a:rPr lang="en-US" sz="1200" b="1"/>
              <a:t>Leverages Standard IT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Uses existing Ethernet networks instead of dedicated video cabling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Reduces installation cost and deployment complexity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/>
          </a:p>
          <a:p>
            <a:pPr>
              <a:buNone/>
            </a:pPr>
            <a:r>
              <a:rPr lang="en-US" sz="1200" b="1"/>
              <a:t>Low Latency, High Quality Video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Near real-time performance suitable for live production and conferencing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Supports HD and 4K video with synchronized audio and metadata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/>
          </a:p>
          <a:p>
            <a:pPr>
              <a:buNone/>
            </a:pPr>
            <a:r>
              <a:rPr lang="en-US" sz="1200" b="1"/>
              <a:t>Simple Deployment &amp; 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Automatic device discovery and routing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Easily add cameras, PCs, or displays without redesigning systems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/>
          </a:p>
          <a:p>
            <a:pPr>
              <a:buNone/>
            </a:pPr>
            <a:r>
              <a:rPr lang="en-US" sz="1200" b="1"/>
              <a:t>Flexible Software-Driven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Native integration with Teams, OBS, </a:t>
            </a:r>
            <a:r>
              <a:rPr lang="en-US" sz="1200" err="1"/>
              <a:t>vMix</a:t>
            </a:r>
            <a:r>
              <a:rPr lang="en-US" sz="1200"/>
              <a:t>, Zoom, and broadcast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Many workflows handled via software instead of dedicated hardware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/>
          </a:p>
          <a:p>
            <a:pPr>
              <a:buNone/>
            </a:pPr>
            <a:r>
              <a:rPr lang="en-US" sz="1200" b="1"/>
              <a:t>Bi-Directional &amp; Distributed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Send and receive video/audio on the same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Enables remote production, hybrid environments, and centralized control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/>
          </a:p>
          <a:p>
            <a:pPr>
              <a:buNone/>
            </a:pPr>
            <a:r>
              <a:rPr lang="en-US" sz="1200" b="1"/>
              <a:t>Future-Ready AV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Any source can be viewed, recorded, streamed, or displayed anywhere on the network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3354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91E57-603E-CA1A-7731-017ED44EB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1F965A3C-2D5D-6442-1B9E-1EAF2F5784C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2DA1873-5FD0-7408-A7B8-9CF73EA26F4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Opportunity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0FFA8150-49B5-E118-0B99-C5A0D06FC8AC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B36945F7-AF89-FA75-22F9-6025167B6243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1A099-9D77-DC65-84AC-3FA77C8ABC33}"/>
              </a:ext>
            </a:extLst>
          </p:cNvPr>
          <p:cNvSpPr txBox="1"/>
          <p:nvPr/>
        </p:nvSpPr>
        <p:spPr>
          <a:xfrm>
            <a:off x="234905" y="18593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Market Gap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Conferencing platforms (Teams, Zoom, Meet) rely on USB video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Modern AV systems are moving to NDI based video workflows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two worlds don’t naturally connect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Customers invest in cameras and AV infrastructure but can’t fully use them in meetings without complex workflows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093CEA77-1764-9571-D8BC-F824B2B26C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6114" y="594479"/>
            <a:ext cx="5945886" cy="59458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548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3DD01-BA6E-D264-27CE-86DBA15E7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CC6EEA62-00CB-4D8C-E8C3-51C9E1C2350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15C142-2FD1-5C5E-9CA9-02201404670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 strike="noStrike" dirty="0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Opportunity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5AABCEAE-85C2-D27F-4493-CE1959D382D4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C6EC6244-648B-769B-4841-F29A578F6E0C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EAFC2-93B7-305D-B562-5E73B7C7048A}"/>
              </a:ext>
            </a:extLst>
          </p:cNvPr>
          <p:cNvSpPr txBox="1"/>
          <p:nvPr/>
        </p:nvSpPr>
        <p:spPr>
          <a:xfrm>
            <a:off x="665759" y="180917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Customers Are Asking For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Multiple camera angles in meetings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Ability to mix presenter + content + audience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Simple, non-technical operation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Compatibility with existing platforms (no new software)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Flexibility to use both local and network sources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The Opportunity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Rapid growth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Hybrid work environments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Hybrid / remote education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Multi-camera meeting expectations</a:t>
            </a:r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adoption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NDI-enabled cameras</a:t>
            </a:r>
          </a:p>
        </p:txBody>
      </p:sp>
      <p:pic>
        <p:nvPicPr>
          <p:cNvPr id="4" name="Picture 3" descr="A group of people around a table&#10;&#10;AI-generated content may be incorrect.">
            <a:extLst>
              <a:ext uri="{FF2B5EF4-FFF2-40B4-BE49-F238E27FC236}">
                <a16:creationId xmlns:a16="http://schemas.microsoft.com/office/drawing/2014/main" id="{4B808EB3-1013-61E9-C0FF-EC6610E940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567559"/>
            <a:ext cx="6290441" cy="62904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43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5BF44-DF13-BEDB-6E27-E16791C8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389262FF-2F77-822C-9C7E-2173141DFE4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4F8B37-F138-E382-E8A9-79B322B689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What is </a:t>
            </a:r>
            <a:r>
              <a:rPr lang="en-US" altLang="zh-CN" sz="3200" b="1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the CAM-0402-NDI-BRG</a:t>
            </a: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? 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57126525-9C6A-D72D-0D16-8111878E4F40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54BBF0BC-EEA5-BD35-1140-64F6531DD7F1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0BB87-E3ED-39F5-57C8-AC398156A9B5}"/>
              </a:ext>
            </a:extLst>
          </p:cNvPr>
          <p:cNvSpPr txBox="1"/>
          <p:nvPr/>
        </p:nvSpPr>
        <p:spPr>
          <a:xfrm>
            <a:off x="47020" y="9625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 multi-camera video bridge that combines HDMI, USB, and NDI sources into a single output for conferencing, streaming, and recording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CEC2C-0362-0000-6BCB-BF29B35C86CF}"/>
              </a:ext>
            </a:extLst>
          </p:cNvPr>
          <p:cNvSpPr txBox="1"/>
          <p:nvPr/>
        </p:nvSpPr>
        <p:spPr>
          <a:xfrm>
            <a:off x="716148" y="255149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It Does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Ingests up to </a:t>
            </a:r>
            <a:r>
              <a:rPr lang="en-US" b="1" dirty="0"/>
              <a:t>8 video sources total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2x HDMI (laptops, cameras)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2x USB (UVC cameras)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4x NDI (network cameras)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sources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Single view or </a:t>
            </a:r>
            <a:r>
              <a:rPr lang="en-US" b="1" dirty="0" err="1"/>
              <a:t>multiview</a:t>
            </a:r>
            <a:r>
              <a:rPr lang="en-US" b="1" dirty="0"/>
              <a:t> (quad-view)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Outputs simultaneously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USB (Teams/Zoom as a webcam)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HDMI (local display)</a:t>
            </a:r>
            <a:endParaRPr lang="en-US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22F386F6-05A9-FE1D-22FF-CA29CE6A3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098" y="1966259"/>
            <a:ext cx="4854570" cy="317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AA5E1CA-1AF5-7116-FD5C-C2FAD71EF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2317" y="3222786"/>
            <a:ext cx="4792856" cy="313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304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3418F-58DA-BAC0-DA2C-D723A5D03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78AB1E4E-CAFC-E340-1BD4-9FF75EF23A2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C3C217-5420-03B0-9B85-0D25E3B2EA6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What is </a:t>
            </a:r>
            <a:r>
              <a:rPr lang="en-US" altLang="zh-CN" sz="3200" b="1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the CAM-0402-NDI-BRG</a:t>
            </a: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? 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BAADE921-DDBF-29C3-9A58-BA06C13B6622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3396BAEB-384E-CB5F-0FF5-C8175E4133EC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94749-3D6D-8C2E-6A2A-4B96DC9EC994}"/>
              </a:ext>
            </a:extLst>
          </p:cNvPr>
          <p:cNvSpPr txBox="1"/>
          <p:nvPr/>
        </p:nvSpPr>
        <p:spPr>
          <a:xfrm>
            <a:off x="63455" y="9913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 multi-camera video bridge that combines HDMI, USB, and NDI sources into a single output for conferencing, streaming, and recording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3DE7F-7B2C-08CF-3211-BA6478A5B0AD}"/>
              </a:ext>
            </a:extLst>
          </p:cNvPr>
          <p:cNvSpPr txBox="1"/>
          <p:nvPr/>
        </p:nvSpPr>
        <p:spPr>
          <a:xfrm>
            <a:off x="466660" y="263503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Why It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Bridges professional AV systems (NDI) with everyday conferencing (USB)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Eliminates need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External switchers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PC-based production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Enables multi-camera meetings with plug-and-play simplicity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E1380EB6-9977-C035-2AD3-06E3CB701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010" y="1706562"/>
            <a:ext cx="4854570" cy="317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3B782B3D-2085-531E-B532-F24341D5D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724" y="2917167"/>
            <a:ext cx="4792856" cy="313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9377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44B9-DA64-2F69-AF41-A0085652B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77FD4F14-5837-F8F1-A97A-735F34DEC7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687E27-6E8F-2C55-B721-6A51B9F5838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49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What is </a:t>
            </a:r>
            <a:r>
              <a:rPr lang="en-US" altLang="zh-CN" sz="3200" b="1">
                <a:solidFill>
                  <a:schemeClr val="lt1"/>
                </a:solidFill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the CAM-0402-NDI-BRG</a:t>
            </a: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? 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D6A5A8D6-C2C4-B8C6-3E5A-9EA780AD6F5A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F241B361-21B0-FA08-6BBA-F6897C998D48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AC37D-BB3C-7362-726F-A4941AB57D11}"/>
              </a:ext>
            </a:extLst>
          </p:cNvPr>
          <p:cNvSpPr txBox="1"/>
          <p:nvPr/>
        </p:nvSpPr>
        <p:spPr>
          <a:xfrm>
            <a:off x="63455" y="9913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 multi-camera video bridge that combines HDMI, USB, and NDI sources into a single output for conferencing, streaming, and recording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206CDF4A-A5EE-E2F1-BCC0-2FB97A987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8010" y="1706562"/>
            <a:ext cx="4854570" cy="317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73A190F3-F5C7-58F0-FDAE-A220153E9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724" y="2917167"/>
            <a:ext cx="4792856" cy="3139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0D7BC6-5F1F-7DE3-84A7-33A27BFF6E6A}"/>
              </a:ext>
            </a:extLst>
          </p:cNvPr>
          <p:cNvSpPr txBox="1"/>
          <p:nvPr/>
        </p:nvSpPr>
        <p:spPr>
          <a:xfrm>
            <a:off x="831850" y="263503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How Users Experience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Connect laptop via USB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Select it as a webcam in Teams/Zoom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Switch cameras using: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Front panel buttons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Web UI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API / Control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Microsoft Teams app integration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492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67D34-0F3D-3C84-4476-97B3BE5A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F161C487-590A-193B-A5D8-29FDA700AEA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BF296E-E50D-9AC2-C7D0-9BC755160EC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System Diagram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F38FEDF7-2DFF-F49A-E428-516C10004B29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709674" y="613903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403AF723-4A97-EB7A-D27A-847D06ED2F28}"/>
              </a:ext>
            </a:extLst>
          </p:cNvPr>
          <p:cNvSpPr txBox="1"/>
          <p:nvPr/>
        </p:nvSpPr>
        <p:spPr>
          <a:xfrm>
            <a:off x="9378735" y="655129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654503-77C6-9D0A-9F54-DC98F76E54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1109452"/>
            <a:ext cx="8816095" cy="54697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138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FF38-C069-1686-AFD8-5F77F434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E644A467-363A-7282-96EA-B02D587C95A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49CA9B-850A-5FAA-F4EA-25E76952C0A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1 (Corporate/Boardroom)</a:t>
            </a:r>
            <a:endParaRPr lang="en-US" altLang="zh-CN" sz="3200" b="1" strike="noStrike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C930F564-BCB1-4B35-91B9-ABCA626649D4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CA1BC9EB-E4C9-01B7-3188-1053C9391BE3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442929-4F4D-3232-E28A-B3B00EE15ACE}"/>
              </a:ext>
            </a:extLst>
          </p:cNvPr>
          <p:cNvSpPr txBox="1"/>
          <p:nvPr/>
        </p:nvSpPr>
        <p:spPr>
          <a:xfrm>
            <a:off x="527050" y="1405741"/>
            <a:ext cx="6096000" cy="53553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The Problem</a:t>
            </a:r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/>
              <a:t>Executive meetings are still single-camera and static</a:t>
            </a:r>
          </a:p>
          <a:p>
            <a:endParaRPr lang="en-US"/>
          </a:p>
          <a:p>
            <a:r>
              <a:rPr lang="en-US"/>
              <a:t>Remote participants struggle to see: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Who is speaking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Room dynamics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Presented content clearly</a:t>
            </a:r>
          </a:p>
          <a:p>
            <a:endParaRPr lang="en-US"/>
          </a:p>
          <a:p>
            <a:r>
              <a:rPr lang="en-US"/>
              <a:t>Traditional solutions require: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Complex AV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Dedicated operators</a:t>
            </a:r>
          </a:p>
          <a:p>
            <a:endParaRPr lang="en-US"/>
          </a:p>
          <a:p>
            <a:r>
              <a:rPr lang="en-US"/>
              <a:t>Existing investments (PTZ cameras, AV-over-IP) are underutilized in Teams/Zoom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None/>
            </a:pPr>
            <a:r>
              <a:rPr lang="en-US"/>
              <a:t> </a:t>
            </a:r>
            <a:r>
              <a:rPr lang="en-US" b="1"/>
              <a:t>Result:</a:t>
            </a:r>
            <a:br>
              <a:rPr lang="en-US"/>
            </a:br>
            <a:r>
              <a:rPr lang="en-US"/>
              <a:t>High-value meetings feel flat, disengaging, and lack professionalism</a:t>
            </a:r>
          </a:p>
        </p:txBody>
      </p:sp>
      <p:pic>
        <p:nvPicPr>
          <p:cNvPr id="7" name="Picture 6" descr="A group of people sitting around a table&#10;&#10;AI-generated content may be incorrect.">
            <a:extLst>
              <a:ext uri="{FF2B5EF4-FFF2-40B4-BE49-F238E27FC236}">
                <a16:creationId xmlns:a16="http://schemas.microsoft.com/office/drawing/2014/main" id="{3D9E4ED1-31F4-8524-9203-8D265EB853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9459" y="703622"/>
            <a:ext cx="6227948" cy="62279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33736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D1E42-BC76-0AA5-819C-A1771FF3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7A4A7CA6-073A-F616-79AB-0F2A1610750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BE4197-A339-8CD0-5945-967C5168B3E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1 (Corporate/Boardroom)</a:t>
            </a:r>
            <a:endParaRPr lang="en-US" altLang="zh-CN" sz="3200" b="1" strike="noStrike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2E9BAC11-3826-4575-9145-1C63135DDE54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11FD038-FEA3-77D9-3CEA-AE4E37A15E43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48C28-AD14-92CC-ED5B-B56DC2BF20A9}"/>
              </a:ext>
            </a:extLst>
          </p:cNvPr>
          <p:cNvSpPr txBox="1"/>
          <p:nvPr/>
        </p:nvSpPr>
        <p:spPr>
          <a:xfrm>
            <a:off x="685800" y="2053140"/>
            <a:ext cx="6096000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The Solution: CAM-0402-NDI-BRG</a:t>
            </a:r>
          </a:p>
          <a:p>
            <a:r>
              <a:rPr lang="en-US"/>
              <a:t>Combines multiple boardroom sources into one unified output: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PTZ cameras (NDI or HDMI)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Content laptop (HDMI)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Additional USB cameras (wide angle, table view)</a:t>
            </a:r>
          </a:p>
          <a:p>
            <a:r>
              <a:rPr lang="en-US"/>
              <a:t>Outputs as a single USB webcam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Microsoft Teams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Zoom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Webex</a:t>
            </a:r>
          </a:p>
        </p:txBody>
      </p:sp>
      <p:pic>
        <p:nvPicPr>
          <p:cNvPr id="6" name="Picture 5" descr="A group of people around a table&#10;&#10;AI-generated content may be incorrect.">
            <a:extLst>
              <a:ext uri="{FF2B5EF4-FFF2-40B4-BE49-F238E27FC236}">
                <a16:creationId xmlns:a16="http://schemas.microsoft.com/office/drawing/2014/main" id="{74CE2826-B5CF-1708-11F7-8AEFEAA022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0137" y="567559"/>
            <a:ext cx="6290441" cy="62904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59800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9A7B-F26C-C7C5-CE73-95AF6ECA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0319453B-B1EC-9D6C-5AB4-6E8F0E3400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0B3413-D7D6-1FFE-BC41-7543416F2C7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2 (Education/Lecture Capture)</a:t>
            </a:r>
            <a:endParaRPr lang="en-US" altLang="zh-CN" sz="3200" b="1" strike="noStrike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931EB321-0FEE-49C8-7560-9B3C6759A215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3C2848FA-8717-89E3-8DB9-319351BDEFE1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8B56C0-042A-69E9-A003-4210984041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1689" y="1609517"/>
            <a:ext cx="77123" cy="1079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BA55A2-7035-5CBC-ED68-0032DE91898A}"/>
              </a:ext>
            </a:extLst>
          </p:cNvPr>
          <p:cNvSpPr txBox="1"/>
          <p:nvPr/>
        </p:nvSpPr>
        <p:spPr>
          <a:xfrm>
            <a:off x="266744" y="1384089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The Problem:</a:t>
            </a:r>
          </a:p>
          <a:p>
            <a:pPr>
              <a:buNone/>
            </a:pPr>
            <a:r>
              <a:rPr lang="en-US"/>
              <a:t>Hybrid classrooms require multiple views at once: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Instructor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Whiteboard /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Student interaction</a:t>
            </a:r>
          </a:p>
          <a:p>
            <a:r>
              <a:rPr lang="en-US"/>
              <a:t>Classrooms rely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Single camera setups → low engagement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Manual switching or complex systems → difficult to use</a:t>
            </a:r>
          </a:p>
          <a:p>
            <a:r>
              <a:rPr lang="en-US"/>
              <a:t>IT teams need: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Simple, scalable solutions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Minimal training for faculty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DFCC95-1673-BA83-03D9-CBD342F3F7A1}"/>
              </a:ext>
            </a:extLst>
          </p:cNvPr>
          <p:cNvSpPr txBox="1"/>
          <p:nvPr/>
        </p:nvSpPr>
        <p:spPr>
          <a:xfrm>
            <a:off x="381044" y="52723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Result: </a:t>
            </a:r>
            <a:r>
              <a:rPr lang="en-US"/>
              <a:t>Remote students miss context, and in-room experiences don’t translate effectively online</a:t>
            </a:r>
          </a:p>
        </p:txBody>
      </p:sp>
      <p:pic>
        <p:nvPicPr>
          <p:cNvPr id="6" name="Picture 5" descr="A group of people in a classroom&#10;&#10;AI-generated content may be incorrect.">
            <a:extLst>
              <a:ext uri="{FF2B5EF4-FFF2-40B4-BE49-F238E27FC236}">
                <a16:creationId xmlns:a16="http://schemas.microsoft.com/office/drawing/2014/main" id="{6360546D-019D-48BD-804E-2D4896BE44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4683" y="654734"/>
            <a:ext cx="6207316" cy="62073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20639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0BAD-038C-C297-8A3D-EDCC064C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7696DEA9-12FE-3B64-DBC6-691A4373E74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E1DC6F-6EC0-313B-FDA7-E998DE82386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2 (Education/Lecture Capture)</a:t>
            </a:r>
            <a:endParaRPr lang="en-US" altLang="zh-CN" sz="3200" b="1" strike="noStrike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A48AAFCA-5F94-BF98-7597-AB3A759EC629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62EE24CB-6B52-5BA5-759F-975AD62BEB46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B659F3-837F-F99D-2293-86709734A9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1689" y="1609517"/>
            <a:ext cx="77123" cy="107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26ED18-7CB5-1731-73C3-0D67768D5697}"/>
              </a:ext>
            </a:extLst>
          </p:cNvPr>
          <p:cNvSpPr txBox="1"/>
          <p:nvPr/>
        </p:nvSpPr>
        <p:spPr>
          <a:xfrm>
            <a:off x="571500" y="1609517"/>
            <a:ext cx="6096000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The Solution: CAM-0402-NDI-BRG</a:t>
            </a:r>
          </a:p>
          <a:p>
            <a:endParaRPr lang="en-US"/>
          </a:p>
          <a:p>
            <a:r>
              <a:rPr lang="en-US"/>
              <a:t>Combines multiple classroom sources into one output:</a:t>
            </a:r>
          </a:p>
          <a:p>
            <a:pPr lvl="1"/>
            <a:r>
              <a:rPr lang="en-US"/>
              <a:t>Instructor camera (NDI or USB)</a:t>
            </a:r>
          </a:p>
          <a:p>
            <a:pPr lvl="1"/>
            <a:r>
              <a:rPr lang="en-US"/>
              <a:t>Document camera (USB)</a:t>
            </a:r>
          </a:p>
          <a:p>
            <a:pPr lvl="1"/>
            <a:r>
              <a:rPr lang="en-US"/>
              <a:t>Additional NDI cameras (student view, wide shot)</a:t>
            </a:r>
          </a:p>
          <a:p>
            <a:pPr lvl="1"/>
            <a:endParaRPr lang="en-US"/>
          </a:p>
          <a:p>
            <a:r>
              <a:rPr lang="en-US"/>
              <a:t>Outputs as a single USB webcam to:</a:t>
            </a:r>
          </a:p>
          <a:p>
            <a:pPr lvl="1"/>
            <a:r>
              <a:rPr lang="en-US"/>
              <a:t>Microsoft Teams</a:t>
            </a:r>
          </a:p>
          <a:p>
            <a:pPr lvl="1"/>
            <a:r>
              <a:rPr lang="en-US"/>
              <a:t>Zoom</a:t>
            </a:r>
          </a:p>
          <a:p>
            <a:pPr lvl="1"/>
            <a:r>
              <a:rPr lang="en-US"/>
              <a:t>Lecture capture platforms</a:t>
            </a:r>
          </a:p>
        </p:txBody>
      </p:sp>
      <p:pic>
        <p:nvPicPr>
          <p:cNvPr id="9" name="Picture 8" descr="A group of people in a classroom&#10;&#10;AI-generated content may be incorrect.">
            <a:extLst>
              <a:ext uri="{FF2B5EF4-FFF2-40B4-BE49-F238E27FC236}">
                <a16:creationId xmlns:a16="http://schemas.microsoft.com/office/drawing/2014/main" id="{2FF0D9D6-FB92-8485-C12A-7654B948A0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99" y="912114"/>
            <a:ext cx="6086474" cy="60864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373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212F-3065-07AE-60D2-BFAC865B6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99DDB776-6418-A963-26D1-3F6331B4761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09D786-77AF-1DC1-99E1-71371117AA8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3 (Enterprise Events)</a:t>
            </a:r>
            <a:endParaRPr lang="en-US" altLang="zh-CN" sz="3200" b="1" strike="noStrike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649CD1F2-E7A3-47DD-21F6-135049F58C3E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9330BE56-EF15-000D-6260-96CB887735AC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AutoShape 6" descr="Generated image">
            <a:extLst>
              <a:ext uri="{FF2B5EF4-FFF2-40B4-BE49-F238E27FC236}">
                <a16:creationId xmlns:a16="http://schemas.microsoft.com/office/drawing/2014/main" id="{3C871C05-D597-19AB-61EC-30D57AD779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909060" cy="390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11C417-F9FA-9AB8-FA28-F1CF22C08E2F}"/>
              </a:ext>
            </a:extLst>
          </p:cNvPr>
          <p:cNvSpPr txBox="1"/>
          <p:nvPr/>
        </p:nvSpPr>
        <p:spPr>
          <a:xfrm>
            <a:off x="596900" y="157084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/>
              <a:t>The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Live events require: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Multiple camera angles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Content feeds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Flexible switching</a:t>
            </a:r>
          </a:p>
          <a:p>
            <a:pPr lvl="1"/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Traditional setups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Expensive (switchers, operators, encoders)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Complex to deploy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Not scalable for smaller events</a:t>
            </a:r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b="1"/>
              <a:t>Result:</a:t>
            </a:r>
            <a:br>
              <a:rPr lang="en-US"/>
            </a:br>
            <a:r>
              <a:rPr lang="en-US"/>
              <a:t>Many organizations avoid multi-camera production or rely on low-quality single-camera streams</a:t>
            </a:r>
          </a:p>
        </p:txBody>
      </p:sp>
      <p:pic>
        <p:nvPicPr>
          <p:cNvPr id="10" name="Picture 9" descr="A isometric view of a movie theater&#10;&#10;AI-generated content may be incorrect.">
            <a:extLst>
              <a:ext uri="{FF2B5EF4-FFF2-40B4-BE49-F238E27FC236}">
                <a16:creationId xmlns:a16="http://schemas.microsoft.com/office/drawing/2014/main" id="{43070C2C-9114-3B04-774C-2AC55780BE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21" y="317511"/>
            <a:ext cx="6476978" cy="64769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249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0991-B47F-CBF1-535B-CAD2B9FB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78171A0D-36B7-3CC5-A22E-0E61134A4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01AEC6F-4596-7D12-0D53-55DA7FA8D1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Vertical 3 (Enterprise Events)</a:t>
            </a:r>
            <a:endParaRPr lang="en-US" altLang="zh-CN" sz="3200" b="1" strike="noStrike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5527B199-372D-B8FB-1669-53C7E59B2B7B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41349CC0-1102-488D-B5A9-8D2E76FF2AA5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7" name="AutoShape 6" descr="Generated image">
            <a:extLst>
              <a:ext uri="{FF2B5EF4-FFF2-40B4-BE49-F238E27FC236}">
                <a16:creationId xmlns:a16="http://schemas.microsoft.com/office/drawing/2014/main" id="{1F0F1215-1DE9-9FA5-3FC4-92E8E2E72A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909060" cy="390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75AA2-9AA1-1552-FD0B-8CFE10234E72}"/>
              </a:ext>
            </a:extLst>
          </p:cNvPr>
          <p:cNvSpPr txBox="1"/>
          <p:nvPr/>
        </p:nvSpPr>
        <p:spPr>
          <a:xfrm>
            <a:off x="457155" y="1074040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Solution: CAM-0402-NDI-BRG</a:t>
            </a:r>
          </a:p>
          <a:p>
            <a:r>
              <a:rPr lang="en-US" dirty="0"/>
              <a:t>Combines multiple event and production sources into one unified platform: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NDI cameras (stage, audience, wide shots)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HDMI sources (presentation content, media playback)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USB cameras (close-up or specialty angles)</a:t>
            </a:r>
          </a:p>
          <a:p>
            <a:pPr lvl="1"/>
            <a:endParaRPr lang="en-US" dirty="0"/>
          </a:p>
          <a:p>
            <a:r>
              <a:rPr lang="en-US" dirty="0"/>
              <a:t>Delivers a synchronized output across: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USB</a:t>
            </a:r>
            <a:r>
              <a:rPr lang="en-US" dirty="0"/>
              <a:t> → Streaming platforms (OBS, </a:t>
            </a:r>
            <a:r>
              <a:rPr lang="en-US" dirty="0" err="1"/>
              <a:t>vMix</a:t>
            </a:r>
            <a:r>
              <a:rPr lang="en-US" dirty="0"/>
              <a:t>, Teams, Zoom)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HDMI</a:t>
            </a:r>
            <a:r>
              <a:rPr lang="en-US" dirty="0"/>
              <a:t> → Confidence monitor or in-room display</a:t>
            </a:r>
          </a:p>
          <a:p>
            <a:endParaRPr lang="en-US" dirty="0"/>
          </a:p>
          <a:p>
            <a:r>
              <a:rPr lang="en-US" dirty="0"/>
              <a:t>Enables single-view or </a:t>
            </a:r>
            <a:r>
              <a:rPr lang="en-US" dirty="0" err="1"/>
              <a:t>multiview</a:t>
            </a:r>
            <a:r>
              <a:rPr lang="en-US" dirty="0"/>
              <a:t> production without complex switching systems or dedicated operators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Professional, multi-camera live production made simple, scalable, and cost-effective</a:t>
            </a:r>
          </a:p>
        </p:txBody>
      </p:sp>
      <p:pic>
        <p:nvPicPr>
          <p:cNvPr id="4" name="Picture 3" descr="A isometric view of a room with red chairs and a podium&#10;&#10;AI-generated content may be incorrect.">
            <a:extLst>
              <a:ext uri="{FF2B5EF4-FFF2-40B4-BE49-F238E27FC236}">
                <a16:creationId xmlns:a16="http://schemas.microsoft.com/office/drawing/2014/main" id="{A693044A-AEDB-5D99-7E05-99EBCD7FB4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105414"/>
            <a:ext cx="6391274" cy="639127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9550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FF44-1885-2849-50B9-6721F39E9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A17C6B41-EE50-7305-7AAB-99DA6B40C87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B6E766-144E-6776-1868-7630B73260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57155" y="161926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</a:rPr>
              <a:t>Key Benefits</a:t>
            </a:r>
            <a:endParaRPr lang="en-US" altLang="zh-CN" sz="3200" b="1" strike="noStrike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04E69F76-FB70-089D-B44C-88EB83F05139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E82EF8A4-0A91-39C7-028A-B597220262CF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B528E-B187-FCD9-D5F0-D30264367366}"/>
              </a:ext>
            </a:extLst>
          </p:cNvPr>
          <p:cNvSpPr txBox="1"/>
          <p:nvPr/>
        </p:nvSpPr>
        <p:spPr>
          <a:xfrm>
            <a:off x="781050" y="1658035"/>
            <a:ext cx="6096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Simplifies Multi-Camera Workflows</a:t>
            </a:r>
          </a:p>
          <a:p>
            <a:r>
              <a:rPr lang="en-US"/>
              <a:t>Combines NDI, HDMI, and USB sources into one 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271691-EFCE-9C0B-63B7-CC97C7161F1F}"/>
              </a:ext>
            </a:extLst>
          </p:cNvPr>
          <p:cNvSpPr txBox="1"/>
          <p:nvPr/>
        </p:nvSpPr>
        <p:spPr>
          <a:xfrm>
            <a:off x="781050" y="2588622"/>
            <a:ext cx="609600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Bridges AV and Conferencing</a:t>
            </a:r>
          </a:p>
          <a:p>
            <a:r>
              <a:rPr lang="en-US"/>
              <a:t>Converts professional AV workflows into a plug-and-play USB webcam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DFC99F-1ABF-676C-7B2F-12694D88208E}"/>
              </a:ext>
            </a:extLst>
          </p:cNvPr>
          <p:cNvSpPr txBox="1"/>
          <p:nvPr/>
        </p:nvSpPr>
        <p:spPr>
          <a:xfrm>
            <a:off x="781050" y="3962738"/>
            <a:ext cx="6096000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Enhances User Experience</a:t>
            </a:r>
          </a:p>
          <a:p>
            <a:r>
              <a:rPr lang="en-US"/>
              <a:t>Supports multi-angle or </a:t>
            </a:r>
            <a:r>
              <a:rPr lang="en-US" err="1"/>
              <a:t>multiview</a:t>
            </a:r>
            <a:r>
              <a:rPr lang="en-US"/>
              <a:t> output</a:t>
            </a:r>
          </a:p>
          <a:p>
            <a:r>
              <a:rPr lang="en-US"/>
              <a:t>Simple control via: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Buttons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Web UI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Control system /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Teams app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6823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2130-D324-3D45-627A-4FCC480D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7A84C53C-8F71-2A05-EEFE-98F16A09141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A542C6-94EA-7B71-DA8D-637300F8EF6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92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200" b="1" strike="noStrike">
                <a:solidFill>
                  <a:schemeClr val="lt1"/>
                </a:solidFill>
                <a:uFillTx/>
                <a:latin typeface="Montserrat" pitchFamily="2" charset="0"/>
                <a:ea typeface="微软雅黑" panose="020B0503020204020204" pitchFamily="34" charset="-122"/>
                <a:cs typeface="Roboto" charset="0"/>
                <a:sym typeface="Roboto"/>
              </a:rPr>
              <a:t>Y.S.K</a:t>
            </a: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88745F1C-42CE-06B6-9E93-71617FC5ECFA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709674" y="613903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98412562-9E2A-34B9-5F9C-B7A84601BE63}"/>
              </a:ext>
            </a:extLst>
          </p:cNvPr>
          <p:cNvSpPr txBox="1"/>
          <p:nvPr/>
        </p:nvSpPr>
        <p:spPr>
          <a:xfrm>
            <a:off x="9378735" y="655129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28850-55AA-B8A4-851F-8BC169AFF6CD}"/>
              </a:ext>
            </a:extLst>
          </p:cNvPr>
          <p:cNvSpPr txBox="1"/>
          <p:nvPr/>
        </p:nvSpPr>
        <p:spPr>
          <a:xfrm>
            <a:off x="292055" y="1192109"/>
            <a:ext cx="6094878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Use Case Positioning</a:t>
            </a:r>
          </a:p>
          <a:p>
            <a:pPr>
              <a:buNone/>
            </a:pPr>
            <a:endParaRPr lang="en-US" b="1"/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 b="1"/>
              <a:t> Best suited for:</a:t>
            </a:r>
          </a:p>
          <a:p>
            <a:pPr lvl="1"/>
            <a:r>
              <a:rPr lang="en-US"/>
              <a:t>Conferencing</a:t>
            </a:r>
          </a:p>
          <a:p>
            <a:pPr lvl="1"/>
            <a:r>
              <a:rPr lang="en-US"/>
              <a:t>Education</a:t>
            </a:r>
          </a:p>
          <a:p>
            <a:pPr lvl="1"/>
            <a:r>
              <a:rPr lang="en-US"/>
              <a:t>Light production</a:t>
            </a:r>
          </a:p>
          <a:p>
            <a:endParaRPr lang="en-US"/>
          </a:p>
          <a:p>
            <a:pPr>
              <a:buNone/>
            </a:pPr>
            <a:r>
              <a:rPr lang="en-US" b="1"/>
              <a:t>Not intended to replace:</a:t>
            </a:r>
          </a:p>
          <a:p>
            <a:pPr lvl="1"/>
            <a:r>
              <a:rPr lang="en-US"/>
              <a:t>Full production switchers</a:t>
            </a:r>
          </a:p>
          <a:p>
            <a:pPr lvl="1"/>
            <a:r>
              <a:rPr lang="en-US"/>
              <a:t>Broadcast-grade systems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E51DDC-977F-0E7F-BA5A-B1E062AEC739}"/>
              </a:ext>
            </a:extLst>
          </p:cNvPr>
          <p:cNvSpPr txBox="1"/>
          <p:nvPr/>
        </p:nvSpPr>
        <p:spPr>
          <a:xfrm>
            <a:off x="290933" y="4604812"/>
            <a:ext cx="6096000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b="1"/>
              <a:t>Multiview Limitations</a:t>
            </a:r>
          </a:p>
          <a:p>
            <a:pPr lvl="1"/>
            <a:r>
              <a:rPr lang="en-US"/>
              <a:t>Supports up to quad-view (4 sources on screen)</a:t>
            </a:r>
            <a:br>
              <a:rPr lang="en-US"/>
            </a:br>
            <a:endParaRPr lang="en-US"/>
          </a:p>
          <a:p>
            <a:r>
              <a:rPr lang="en-US" b="1"/>
              <a:t> Not designed for:</a:t>
            </a:r>
          </a:p>
          <a:p>
            <a:pPr lvl="1"/>
            <a:r>
              <a:rPr lang="en-US"/>
              <a:t>Large production layouts (6–8+ windows)</a:t>
            </a:r>
          </a:p>
          <a:p>
            <a:pPr lvl="1"/>
            <a:r>
              <a:rPr lang="en-US"/>
              <a:t>Advanced broadcast-style scene compositions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7192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4D876-826C-83D1-1959-665632DA2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7">
            <a:extLst>
              <a:ext uri="{FF2B5EF4-FFF2-40B4-BE49-F238E27FC236}">
                <a16:creationId xmlns:a16="http://schemas.microsoft.com/office/drawing/2014/main" id="{FDC14DF1-74ED-E5FD-2A17-7ACB0571EAD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BC9F31-12DE-C9AC-A119-36453DEF9A2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9205" y="151257"/>
            <a:ext cx="11277689" cy="609600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>
              <a:buSzPct val="100000"/>
            </a:pPr>
            <a:r>
              <a:rPr lang="en-US" altLang="zh-CN" sz="3200" b="1">
                <a:solidFill>
                  <a:schemeClr val="lt1"/>
                </a:solidFill>
                <a:latin typeface="Montserrat"/>
                <a:ea typeface="微软雅黑"/>
                <a:cs typeface="Roboto"/>
                <a:sym typeface="Roboto"/>
              </a:rPr>
              <a:t>Products to include</a:t>
            </a:r>
            <a:endParaRPr lang="en-US" altLang="zh-CN" sz="3200" b="1" strike="noStrike">
              <a:solidFill>
                <a:schemeClr val="lt1"/>
              </a:solidFill>
              <a:uFillTx/>
              <a:latin typeface="Montserrat" pitchFamily="2" charset="0"/>
              <a:ea typeface="微软雅黑" panose="020B0503020204020204" pitchFamily="34" charset="-122"/>
              <a:cs typeface="Roboto" charset="0"/>
              <a:sym typeface="Roboto"/>
            </a:endParaRPr>
          </a:p>
        </p:txBody>
      </p:sp>
      <p:pic>
        <p:nvPicPr>
          <p:cNvPr id="2" name="Google Shape;82;p1">
            <a:extLst>
              <a:ext uri="{FF2B5EF4-FFF2-40B4-BE49-F238E27FC236}">
                <a16:creationId xmlns:a16="http://schemas.microsoft.com/office/drawing/2014/main" id="{10051C88-A56D-0A26-2524-AFACDFEAF00C}"/>
              </a:ext>
            </a:extLst>
          </p:cNvPr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709674" y="613903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1">
            <a:extLst>
              <a:ext uri="{FF2B5EF4-FFF2-40B4-BE49-F238E27FC236}">
                <a16:creationId xmlns:a16="http://schemas.microsoft.com/office/drawing/2014/main" id="{0785B9E7-67A4-D126-FEA6-B2FBBCC3C13B}"/>
              </a:ext>
            </a:extLst>
          </p:cNvPr>
          <p:cNvSpPr txBox="1"/>
          <p:nvPr/>
        </p:nvSpPr>
        <p:spPr>
          <a:xfrm>
            <a:off x="9378735" y="655129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pic>
        <p:nvPicPr>
          <p:cNvPr id="6" name="Picture 5" descr="A black camera on a black background&#10;&#10;AI-generated content may be incorrect.">
            <a:extLst>
              <a:ext uri="{FF2B5EF4-FFF2-40B4-BE49-F238E27FC236}">
                <a16:creationId xmlns:a16="http://schemas.microsoft.com/office/drawing/2014/main" id="{1AA3AC3C-16C9-2B39-98D7-3EF64BA183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9850" y="379701"/>
            <a:ext cx="5715000" cy="3743325"/>
          </a:xfrm>
          <a:prstGeom prst="rect">
            <a:avLst/>
          </a:prstGeom>
        </p:spPr>
      </p:pic>
      <p:pic>
        <p:nvPicPr>
          <p:cNvPr id="7" name="Picture 6" descr="A camera on a black background&#10;&#10;AI-generated content may be incorrect.">
            <a:extLst>
              <a:ext uri="{FF2B5EF4-FFF2-40B4-BE49-F238E27FC236}">
                <a16:creationId xmlns:a16="http://schemas.microsoft.com/office/drawing/2014/main" id="{1547D48F-9BE5-003F-9955-F197DB236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8500" y="2775671"/>
            <a:ext cx="5715000" cy="3800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35C4F4-6A0C-9846-ACD7-ADFEE66BD946}"/>
              </a:ext>
            </a:extLst>
          </p:cNvPr>
          <p:cNvSpPr txBox="1"/>
          <p:nvPr/>
        </p:nvSpPr>
        <p:spPr>
          <a:xfrm>
            <a:off x="3236027" y="5992091"/>
            <a:ext cx="661059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               CAM-210-NDI-PTZ </a:t>
            </a:r>
          </a:p>
          <a:p>
            <a:r>
              <a:rPr lang="en-US" sz="1200"/>
              <a:t>1080p60 PTZ Camera with USB 3.0, HDMI Out, Auto Framing &amp; Presenter Tracking + NDI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6FE5A-B215-0111-D465-A645725E77C6}"/>
              </a:ext>
            </a:extLst>
          </p:cNvPr>
          <p:cNvSpPr txBox="1"/>
          <p:nvPr/>
        </p:nvSpPr>
        <p:spPr>
          <a:xfrm>
            <a:off x="7728857" y="3429000"/>
            <a:ext cx="812470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          CAM-420-PTZ</a:t>
            </a:r>
          </a:p>
          <a:p>
            <a:r>
              <a:rPr lang="en-US" sz="1200"/>
              <a:t>4K dual-lens AI PTZ Camera with NDI, HDMI, USB + AI Features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12" name="Picture 11" descr="A back of a black device&#10;&#10;AI-generated content may be incorrect.">
            <a:extLst>
              <a:ext uri="{FF2B5EF4-FFF2-40B4-BE49-F238E27FC236}">
                <a16:creationId xmlns:a16="http://schemas.microsoft.com/office/drawing/2014/main" id="{FE002A7A-E18C-E373-E5BD-F2167B685D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35" y="646896"/>
            <a:ext cx="5715000" cy="37433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6F91C8-5F6B-16AE-EFE0-41705961284D}"/>
              </a:ext>
            </a:extLst>
          </p:cNvPr>
          <p:cNvSpPr txBox="1"/>
          <p:nvPr/>
        </p:nvSpPr>
        <p:spPr>
          <a:xfrm>
            <a:off x="306780" y="3231078"/>
            <a:ext cx="661059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/>
              <a:t>               MX-0402-H2-MST</a:t>
            </a:r>
          </a:p>
          <a:p>
            <a:r>
              <a:rPr lang="en-US" sz="1200"/>
              <a:t>4×2 Multi-Input Conference Room Switcher with Advanced USB-C Integration</a:t>
            </a:r>
          </a:p>
          <a:p>
            <a:endParaRPr lang="en-US" sz="12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9643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301C-F1CC-42A3-A140-C37483123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66359-B081-D64D-B7ED-D83EC2F1D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	</a:t>
            </a:r>
          </a:p>
        </p:txBody>
      </p:sp>
      <p:sp>
        <p:nvSpPr>
          <p:cNvPr id="4" name="矩形 7">
            <a:extLst>
              <a:ext uri="{FF2B5EF4-FFF2-40B4-BE49-F238E27FC236}">
                <a16:creationId xmlns:a16="http://schemas.microsoft.com/office/drawing/2014/main" id="{CCD02476-0D2C-A754-254A-CABC45C0B3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2114"/>
          </a:xfrm>
          <a:prstGeom prst="rect">
            <a:avLst/>
          </a:prstGeom>
          <a:solidFill>
            <a:srgbClr val="0B793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Google Shape;82;p1">
            <a:extLst>
              <a:ext uri="{FF2B5EF4-FFF2-40B4-BE49-F238E27FC236}">
                <a16:creationId xmlns:a16="http://schemas.microsoft.com/office/drawing/2014/main" id="{3EB9651B-0EB0-F43E-1B89-C26AB70D8B3D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652104" y="6056488"/>
            <a:ext cx="2241019" cy="4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1">
            <a:extLst>
              <a:ext uri="{FF2B5EF4-FFF2-40B4-BE49-F238E27FC236}">
                <a16:creationId xmlns:a16="http://schemas.microsoft.com/office/drawing/2014/main" id="{1153B3B4-337C-839E-5D5C-2B125B01CE5D}"/>
              </a:ext>
            </a:extLst>
          </p:cNvPr>
          <p:cNvSpPr txBox="1"/>
          <p:nvPr/>
        </p:nvSpPr>
        <p:spPr>
          <a:xfrm>
            <a:off x="9321165" y="6468745"/>
            <a:ext cx="26289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Roboto" charset="0"/>
                <a:ea typeface="Roboto" charset="0"/>
                <a:cs typeface="Arial" panose="020B0604020202020204" pitchFamily="34" charset="0"/>
                <a:sym typeface="+mn-ea"/>
              </a:rPr>
              <a:t>    Powerful · Reliable · Simple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0597A02-D2A1-45A7-368B-961738D468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97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802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384"/>
  <p:tag name="KSO_WM_SLIDE_POSITION" val="0*0"/>
  <p:tag name="KSO_WM_TAG_VERSION" val="1.0"/>
  <p:tag name="KSO_WM_BEAUTIFY_FLAG" val="#wm#"/>
  <p:tag name="KSO_WM_TEMPLATE_CATEGORY" val="diagram"/>
  <p:tag name="KSO_WM_TEMPLATE_INDEX" val="20215802"/>
  <p:tag name="KSO_WM_SLIDE_LAYOUT" val="a_f"/>
  <p:tag name="KSO_WM_SLIDE_LAYOUT_CNT" val="1_1"/>
  <p:tag name="KSO_WM_SLIDE_LAYOUT_INFO" val="{&quot;id&quot;:&quot;2021-04-01T15:11:24&quot;,&quot;maxSize&quot;:{&quot;size1&quot;:13.3},&quot;minSize&quot;:{&quot;size1&quot;:13.3},&quot;normalSize&quot;:{&quot;size1&quot;:13.3},&quot;subLayout&quot;:[{&quot;backgroundInfo&quot;:[{&quot;bottom&quot;:0,&quot;bottomAbs&quot;:false,&quot;left&quot;:0,&quot;leftAbs&quot;:false,&quot;right&quot;:0,&quot;rightAbs&quot;:false,&quot;top&quot;:0,&quot;topAbs&quot;:false,&quot;type&quot;:&quot;navigation&quot;}],&quot;id&quot;:&quot;2021-04-01T15:11:24&quot;,&quot;margin&quot;:{&quot;bottom&quot;:0.4230000674724579,&quot;left&quot;:1.2699999809265137,&quot;right&quot;:1.2699999809265137,&quot;top&quot;:0.4230000674724579},&quot;type&quot;:0},{&quot;id&quot;:&quot;2021-04-01T15:11:24&quot;,&quot;margin&quot;:{&quot;bottom&quot;:1.694000005722046,&quot;left&quot;:1.6929999589920044,&quot;right&quot;:1.6929999589920044,&quot;top&quot;:1.6929999589920044},&quot;type&quot;:0}],&quot;type&quot;:0}"/>
  <p:tag name="KSO_WM_SLIDE_BACKGROUND" val="[&quot;navigation&quot;]"/>
  <p:tag name="KSO_WM_SLIDE_RATIO" val="1.777778"/>
  <p:tag name="KSO_WM_CHIP_INFOS" val="{&quot;type&quot;:0,&quot;layout_type&quot;:&quot;navigation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5f3b678e478fb0c58a940c"/>
  <p:tag name="KSO_WM_CHIP_FILLPROP" val="[[{&quot;text_align&quot;:&quot;lm&quot;,&quot;text_direction&quot;:&quot;horizontal&quot;,&quot;support_big_font&quot;:false,&quot;picture_toward&quot;:0,&quot;picture_dockside&quot;:[],&quot;fill_id&quot;:&quot;c934b58042b44607bfcc30469ccc57d1&quot;,&quot;fill_align&quot;:&quot;lm&quot;,&quot;chip_types&quot;:[&quot;header&quot;]},{&quot;text_align&quot;:&quot;lm&quot;,&quot;text_direction&quot;:&quot;horizontal&quot;,&quot;support_features&quot;:[&quot;collage&quot;],&quot;support_big_font&quot;:false,&quot;picture_toward&quot;:0,&quot;picture_dockside&quot;:[],&quot;fill_id&quot;:&quot;aae3729e0a0d44488f1a088171be5691&quot;,&quot;fill_align&quot;:&quot;cm&quot;,&quot;chip_types&quot;:[&quot;text&quot;,&quot;picture&quot;]}]]"/>
  <p:tag name="FIXED_XID_TMP" val="5f5ee1ca4d6848d78f644aeb"/>
  <p:tag name="KSO_WM_CHIP_DECFILLPROP" val="[]"/>
  <p:tag name="KSO_WM_SLIDE_CAN_ADD_NAVIGATION" val="1"/>
  <p:tag name="KSO_WM_CHIP_GROUPID" val="5f5ee1ca4d6848d78f644aeb"/>
  <p:tag name="KSO_WM_SLIDE_BK_DARK_LIGHT" val="2"/>
  <p:tag name="KSO_WM_SLIDE_BACKGROUND_TYPE" val="navigation"/>
  <p:tag name="KSO_WM_SLIDE_SUPPORT_FEATURE_TYPE" val="0"/>
  <p:tag name="KSO_WM_TEMPLATE_ASSEMBLE_XID" val="60656ea94054ed1e2fb7fd45"/>
  <p:tag name="KSO_WM_TEMPLATE_ASSEMBLE_GROUPID" val="60656ea94054ed1e2fb7fd45"/>
  <p:tag name="RESOURCE_RECORD_KEY" val="{&quot;13&quot;:[4364952],&quot;65&quot;:[20215802]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802_1*a*1"/>
  <p:tag name="KSO_WM_TEMPLATE_CATEGORY" val="diagram"/>
  <p:tag name="KSO_WM_TEMPLATE_INDEX" val="20215802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35545cd6b5ce4dae9dccf4eab288bc6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10992860551d4d4eb792c36bc28c26be"/>
  <p:tag name="KSO_WM_UNIT_TEXT_FILL_FORE_SCHEMECOLOR_INDEX_BRIGHTNESS" val="0"/>
  <p:tag name="KSO_WM_UNIT_TEXT_FILL_FORE_SCHEMECOLOR_INDEX" val="13"/>
  <p:tag name="KSO_WM_UNIT_TEXT_FILL_TYPE" val="1"/>
  <p:tag name="KSO_WM_TEMPLATE_ASSEMBLE_XID" val="60656ea94054ed1e2fb7fd45"/>
  <p:tag name="KSO_WM_TEMPLATE_ASSEMBLE_GROUPID" val="60656ea94054ed1e2fb7fd4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TEMPLATE_ASSEMBLE_GROUPID" val="63895f930c9383becde52e83"/>
  <p:tag name="KSO_WM_TEMPLATE_ASSEMBLE_XID" val="63895f930c9383becde52e83"/>
  <p:tag name="KSO_WM_TEMPLATE_CATEGORY" val="diagram"/>
  <p:tag name="KSO_WM_TEMPLATE_INDEX" val="20215817"/>
  <p:tag name="KSO_WM_UNIT_BK_DARK_LIGHT" val="2"/>
  <p:tag name="KSO_WM_UNIT_COMPATIBLE" val="0"/>
  <p:tag name="KSO_WM_UNIT_DIAGRAM_ISNUMVISUAL" val="0"/>
  <p:tag name="KSO_WM_UNIT_DIAGRAM_ISREFERUNIT" val="0"/>
  <p:tag name="KSO_WM_UNIT_FILL_FORE_SCHEMECOLOR_INDEX" val="15"/>
  <p:tag name="KSO_WM_UNIT_FILL_FORE_SCHEMECOLOR_INDEX_BRIGHTNESS" val="0"/>
  <p:tag name="KSO_WM_UNIT_FILL_TYPE" val="1"/>
  <p:tag name="KSO_WM_UNIT_HIGHLIGHT" val="0"/>
  <p:tag name="KSO_WM_UNIT_ID" val="diagram20215817_1*i*1"/>
  <p:tag name="KSO_WM_UNIT_INDEX" val="1"/>
  <p:tag name="KSO_WM_UNIT_LAYERLEVEL" val="1"/>
  <p:tag name="KSO_WM_UNIT_SUBTYPE" val="h"/>
  <p:tag name="KSO_WM_UNIT_TEXT_FILL_FORE_SCHEMECOLOR_INDEX" val="2"/>
  <p:tag name="KSO_WM_UNIT_TEXT_FILL_FORE_SCHEMECOLOR_INDEX_BRIGHTNESS" val="0"/>
  <p:tag name="KSO_WM_UNIT_TEXT_FILL_TYPE" val="1"/>
  <p:tag name="KSO_WM_UNIT_TYPE" val="i"/>
  <p:tag name="KSO_WM_UNIT_VALUE" val="15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1A8FBB3908BD4681554D596DADDBBC" ma:contentTypeVersion="19" ma:contentTypeDescription="Create a new document." ma:contentTypeScope="" ma:versionID="089862c3d7236b297f5be572ccb4bd9e">
  <xsd:schema xmlns:xsd="http://www.w3.org/2001/XMLSchema" xmlns:xs="http://www.w3.org/2001/XMLSchema" xmlns:p="http://schemas.microsoft.com/office/2006/metadata/properties" xmlns:ns2="d634ccb5-745a-4b19-b3da-83dafbb0f953" xmlns:ns3="fa7e1be7-6c27-4381-949e-b43a2eb5089a" targetNamespace="http://schemas.microsoft.com/office/2006/metadata/properties" ma:root="true" ma:fieldsID="38436fc1e1e78720b95f7a357a3e0114" ns2:_="" ns3:_="">
    <xsd:import namespace="d634ccb5-745a-4b19-b3da-83dafbb0f953"/>
    <xsd:import namespace="fa7e1be7-6c27-4381-949e-b43a2eb508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34ccb5-745a-4b19-b3da-83dafbb0f9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a840791-955a-45d0-8f77-cb775012b4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7e1be7-6c27-4381-949e-b43a2eb5089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e5708c9-3083-478d-b2b5-d29c6e746420}" ma:internalName="TaxCatchAll" ma:showField="CatchAllData" ma:web="fa7e1be7-6c27-4381-949e-b43a2eb508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7e1be7-6c27-4381-949e-b43a2eb5089a" xsi:nil="true"/>
    <lcf76f155ced4ddcb4097134ff3c332f xmlns="d634ccb5-745a-4b19-b3da-83dafbb0f95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C4B41C-5B1E-4019-B82B-AC406F8524A3}"/>
</file>

<file path=customXml/itemProps2.xml><?xml version="1.0" encoding="utf-8"?>
<ds:datastoreItem xmlns:ds="http://schemas.openxmlformats.org/officeDocument/2006/customXml" ds:itemID="{9551B731-0EF0-42EA-B1C0-0FD7ACE18F4B}"/>
</file>

<file path=customXml/itemProps3.xml><?xml version="1.0" encoding="utf-8"?>
<ds:datastoreItem xmlns:ds="http://schemas.openxmlformats.org/officeDocument/2006/customXml" ds:itemID="{6EF9513C-B363-4699-A2D8-4F61C0BBBCAF}"/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1204</Words>
  <Application>Microsoft Macintosh PowerPoint</Application>
  <PresentationFormat>Widescreen</PresentationFormat>
  <Paragraphs>233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微软雅黑</vt:lpstr>
      <vt:lpstr>Aptos</vt:lpstr>
      <vt:lpstr>Aptos Display</vt:lpstr>
      <vt:lpstr>Arial</vt:lpstr>
      <vt:lpstr>Calibri</vt:lpstr>
      <vt:lpstr>Montserrat</vt:lpstr>
      <vt:lpstr>Roboto</vt:lpstr>
      <vt:lpstr>Office Theme</vt:lpstr>
      <vt:lpstr>Solution Sales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Lee</dc:creator>
  <cp:lastModifiedBy>Joseph Gagliardi</cp:lastModifiedBy>
  <cp:revision>1</cp:revision>
  <dcterms:created xsi:type="dcterms:W3CDTF">2026-02-09T07:04:12Z</dcterms:created>
  <dcterms:modified xsi:type="dcterms:W3CDTF">2026-03-25T10:33:26Z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0x010100E01A8FBB3908BD4681554D596DADDBBC</vt:lpwstr>
  </property>
</Properties>
</file>