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4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2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3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4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5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6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7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8.xml" ContentType="application/vnd.openxmlformats-officedocument.presentationml.notesSlid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1" r:id="rId5"/>
    <p:sldMasterId id="2147483663" r:id="rId6"/>
  </p:sldMasterIdLst>
  <p:notesMasterIdLst>
    <p:notesMasterId r:id="rId17"/>
  </p:notesMasterIdLst>
  <p:sldIdLst>
    <p:sldId id="257" r:id="rId7"/>
    <p:sldId id="1007" r:id="rId8"/>
    <p:sldId id="1008" r:id="rId9"/>
    <p:sldId id="1013" r:id="rId10"/>
    <p:sldId id="1014" r:id="rId11"/>
    <p:sldId id="1010" r:id="rId12"/>
    <p:sldId id="1011" r:id="rId13"/>
    <p:sldId id="272" r:id="rId14"/>
    <p:sldId id="1016" r:id="rId15"/>
    <p:sldId id="984" r:id="rId16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E5D5"/>
    <a:srgbClr val="6FBB69"/>
    <a:srgbClr val="EFEDF9"/>
    <a:srgbClr val="FAF9FD"/>
    <a:srgbClr val="F1E9F7"/>
    <a:srgbClr val="E6D7F1"/>
    <a:srgbClr val="DFCDED"/>
    <a:srgbClr val="E3E0F4"/>
    <a:srgbClr val="EAECCE"/>
    <a:srgbClr val="F3F2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2E42B4-F403-DE15-A93B-7C11470BE7F5}" v="1" dt="2026-05-22T15:25:17.6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40" autoAdjust="0"/>
  </p:normalViewPr>
  <p:slideViewPr>
    <p:cSldViewPr snapToGrid="0">
      <p:cViewPr varScale="1">
        <p:scale>
          <a:sx n="108" d="100"/>
          <a:sy n="108" d="100"/>
        </p:scale>
        <p:origin x="450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notesMaster" Target="notesMasters/notesMaster1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klyn Mogale" userId="S::franklyn.mogale@wyrestorm.com::2af9dd90-5c0a-4309-9664-3098185c05fd" providerId="AD" clId="Web-{E72E42B4-F403-DE15-A93B-7C11470BE7F5}"/>
    <pc:docChg chg="modSld">
      <pc:chgData name="Franklyn Mogale" userId="S::franklyn.mogale@wyrestorm.com::2af9dd90-5c0a-4309-9664-3098185c05fd" providerId="AD" clId="Web-{E72E42B4-F403-DE15-A93B-7C11470BE7F5}" dt="2026-05-22T15:25:17.661" v="0" actId="1076"/>
      <pc:docMkLst>
        <pc:docMk/>
      </pc:docMkLst>
      <pc:sldChg chg="modSp">
        <pc:chgData name="Franklyn Mogale" userId="S::franklyn.mogale@wyrestorm.com::2af9dd90-5c0a-4309-9664-3098185c05fd" providerId="AD" clId="Web-{E72E42B4-F403-DE15-A93B-7C11470BE7F5}" dt="2026-05-22T15:25:17.661" v="0" actId="1076"/>
        <pc:sldMkLst>
          <pc:docMk/>
          <pc:sldMk cId="0" sldId="1010"/>
        </pc:sldMkLst>
        <pc:picChg chg="mod">
          <ac:chgData name="Franklyn Mogale" userId="S::franklyn.mogale@wyrestorm.com::2af9dd90-5c0a-4309-9664-3098185c05fd" providerId="AD" clId="Web-{E72E42B4-F403-DE15-A93B-7C11470BE7F5}" dt="2026-05-22T15:25:17.661" v="0" actId="1076"/>
          <ac:picMkLst>
            <pc:docMk/>
            <pc:sldMk cId="0" sldId="1010"/>
            <ac:picMk id="2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890828-D59D-4FB6-B526-44D0AEA8C2BD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2A306D-6C12-4E72-AF59-54F4E5C1E32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更新封面，不需要展示产品；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A306D-6C12-4E72-AF59-54F4E5C1E327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A306D-6C12-4E72-AF59-54F4E5C1E327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A306D-6C12-4E72-AF59-54F4E5C1E327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A306D-6C12-4E72-AF59-54F4E5C1E327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A306D-6C12-4E72-AF59-54F4E5C1E327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11B7E-33AF-4B07-8A60-1A70837D531B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9B56B-6286-4108-9151-EF4CD1753C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11B7E-33AF-4B07-8A60-1A70837D531B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9B56B-6286-4108-9151-EF4CD1753C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11B7E-33AF-4B07-8A60-1A70837D531B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9B56B-6286-4108-9151-EF4CD1753C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11B7E-33AF-4B07-8A60-1A70837D531B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9B56B-6286-4108-9151-EF4CD1753C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11B7E-33AF-4B07-8A60-1A70837D531B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9B56B-6286-4108-9151-EF4CD1753C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11B7E-33AF-4B07-8A60-1A70837D531B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9B56B-6286-4108-9151-EF4CD1753C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11B7E-33AF-4B07-8A60-1A70837D531B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9B56B-6286-4108-9151-EF4CD1753C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11B7E-33AF-4B07-8A60-1A70837D531B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9B56B-6286-4108-9151-EF4CD1753C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11B7E-33AF-4B07-8A60-1A70837D531B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9B56B-6286-4108-9151-EF4CD1753C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11B7E-33AF-4B07-8A60-1A70837D531B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9B56B-6286-4108-9151-EF4CD1753C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11B7E-33AF-4B07-8A60-1A70837D531B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9B56B-6286-4108-9151-EF4CD1753C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11B7E-33AF-4B07-8A60-1A70837D531B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9B56B-6286-4108-9151-EF4CD1753C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11B7E-33AF-4B07-8A60-1A70837D531B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9B56B-6286-4108-9151-EF4CD1753C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111B7E-33AF-4B07-8A60-1A70837D531B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49B56B-6286-4108-9151-EF4CD1753C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111B7E-33AF-4B07-8A60-1A70837D531B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49B56B-6286-4108-9151-EF4CD1753C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111B7E-33AF-4B07-8A60-1A70837D531B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49B56B-6286-4108-9151-EF4CD1753C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7.xml"/><Relationship Id="rId7" Type="http://schemas.openxmlformats.org/officeDocument/2006/relationships/image" Target="../media/image1.jpeg"/><Relationship Id="rId12" Type="http://schemas.openxmlformats.org/officeDocument/2006/relationships/image" Target="../media/image5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notesSlide" Target="../notesSlides/notesSlide1.xml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1.xml"/><Relationship Id="rId10" Type="http://schemas.openxmlformats.org/officeDocument/2006/relationships/image" Target="../media/image3.png"/><Relationship Id="rId4" Type="http://schemas.openxmlformats.org/officeDocument/2006/relationships/tags" Target="../tags/tag8.xml"/><Relationship Id="rId9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11.xml"/><Relationship Id="rId7" Type="http://schemas.openxmlformats.org/officeDocument/2006/relationships/image" Target="../media/image1.jpe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tags" Target="../tags/tag15.xml"/><Relationship Id="rId7" Type="http://schemas.openxmlformats.org/officeDocument/2006/relationships/slideLayout" Target="../slideLayouts/slideLayout14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11" Type="http://schemas.openxmlformats.org/officeDocument/2006/relationships/image" Target="../media/image7.png"/><Relationship Id="rId5" Type="http://schemas.openxmlformats.org/officeDocument/2006/relationships/tags" Target="../tags/tag17.xml"/><Relationship Id="rId10" Type="http://schemas.openxmlformats.org/officeDocument/2006/relationships/image" Target="../media/image4.png"/><Relationship Id="rId4" Type="http://schemas.openxmlformats.org/officeDocument/2006/relationships/tags" Target="../tags/tag16.xml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tags" Target="../tags/tag21.xml"/><Relationship Id="rId7" Type="http://schemas.openxmlformats.org/officeDocument/2006/relationships/image" Target="../media/image6.pn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1.jpeg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4.xml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24.xml"/><Relationship Id="rId7" Type="http://schemas.openxmlformats.org/officeDocument/2006/relationships/image" Target="../media/image1.jpeg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4.xml"/><Relationship Id="rId4" Type="http://schemas.openxmlformats.org/officeDocument/2006/relationships/tags" Target="../tags/tag2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tags" Target="../tags/tag28.xml"/><Relationship Id="rId7" Type="http://schemas.openxmlformats.org/officeDocument/2006/relationships/image" Target="../media/image1.jpeg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4.xml"/><Relationship Id="rId4" Type="http://schemas.openxmlformats.org/officeDocument/2006/relationships/tags" Target="../tags/tag29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tags" Target="../tags/tag32.xml"/><Relationship Id="rId7" Type="http://schemas.openxmlformats.org/officeDocument/2006/relationships/image" Target="../media/image1.jpeg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4.xml"/><Relationship Id="rId4" Type="http://schemas.openxmlformats.org/officeDocument/2006/relationships/tags" Target="../tags/tag3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36.xml"/><Relationship Id="rId7" Type="http://schemas.openxmlformats.org/officeDocument/2006/relationships/image" Target="../media/image6.png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image" Target="../media/image1.jpeg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44.xml"/><Relationship Id="rId13" Type="http://schemas.openxmlformats.org/officeDocument/2006/relationships/slideLayout" Target="../slideLayouts/slideLayout14.xml"/><Relationship Id="rId18" Type="http://schemas.openxmlformats.org/officeDocument/2006/relationships/image" Target="../media/image13.png"/><Relationship Id="rId3" Type="http://schemas.openxmlformats.org/officeDocument/2006/relationships/tags" Target="../tags/tag39.xml"/><Relationship Id="rId7" Type="http://schemas.openxmlformats.org/officeDocument/2006/relationships/tags" Target="../tags/tag43.xml"/><Relationship Id="rId12" Type="http://schemas.openxmlformats.org/officeDocument/2006/relationships/tags" Target="../tags/tag48.xml"/><Relationship Id="rId17" Type="http://schemas.openxmlformats.org/officeDocument/2006/relationships/image" Target="../media/image12.png"/><Relationship Id="rId2" Type="http://schemas.openxmlformats.org/officeDocument/2006/relationships/tags" Target="../tags/tag38.xml"/><Relationship Id="rId16" Type="http://schemas.openxmlformats.org/officeDocument/2006/relationships/image" Target="../media/image6.png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11" Type="http://schemas.openxmlformats.org/officeDocument/2006/relationships/tags" Target="../tags/tag47.xml"/><Relationship Id="rId5" Type="http://schemas.openxmlformats.org/officeDocument/2006/relationships/tags" Target="../tags/tag41.xml"/><Relationship Id="rId15" Type="http://schemas.openxmlformats.org/officeDocument/2006/relationships/image" Target="../media/image1.jpeg"/><Relationship Id="rId10" Type="http://schemas.openxmlformats.org/officeDocument/2006/relationships/tags" Target="../tags/tag46.xml"/><Relationship Id="rId4" Type="http://schemas.openxmlformats.org/officeDocument/2006/relationships/tags" Target="../tags/tag40.xml"/><Relationship Id="rId9" Type="http://schemas.openxmlformats.org/officeDocument/2006/relationships/tags" Target="../tags/tag45.xml"/><Relationship Id="rId14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image" Target="../media/image6.png"/><Relationship Id="rId5" Type="http://schemas.openxmlformats.org/officeDocument/2006/relationships/image" Target="../media/image14.jpeg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erson and person sitting in a room with a computer&#10;&#10;Description automatically generated"/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13000" contrast="-49000"/>
                    </a14:imgEffect>
                    <a14:imgEffect>
                      <a14:saturation sat="16000"/>
                    </a14:imgEffect>
                    <a14:imgEffect>
                      <a14:sharpenSoften amount="-2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7153"/>
            <a:ext cx="12192000" cy="6120322"/>
          </a:xfrm>
          <a:prstGeom prst="rect">
            <a:avLst/>
          </a:prstGeom>
        </p:spPr>
      </p:pic>
      <p:sp>
        <p:nvSpPr>
          <p:cNvPr id="9" name="矩形 7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1203942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0" name="矩形 7"/>
          <p:cNvSpPr/>
          <p:nvPr>
            <p:custDataLst>
              <p:tags r:id="rId2"/>
            </p:custDataLst>
          </p:nvPr>
        </p:nvSpPr>
        <p:spPr>
          <a:xfrm>
            <a:off x="0" y="1086295"/>
            <a:ext cx="12192000" cy="4567763"/>
          </a:xfrm>
          <a:prstGeom prst="rect">
            <a:avLst/>
          </a:prstGeom>
          <a:solidFill>
            <a:srgbClr val="73B98F">
              <a:alpha val="5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00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2" name="文本框 20"/>
          <p:cNvSpPr txBox="1"/>
          <p:nvPr>
            <p:custDataLst>
              <p:tags r:id="rId3"/>
            </p:custDataLst>
          </p:nvPr>
        </p:nvSpPr>
        <p:spPr>
          <a:xfrm>
            <a:off x="399346" y="267207"/>
            <a:ext cx="4077404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3800" b="1" strike="noStrike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cs typeface="Roboto" charset="0"/>
                <a:sym typeface="Roboto"/>
              </a:rPr>
              <a:t>Product Guide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44051" y="137043"/>
            <a:ext cx="7063286" cy="503028"/>
          </a:xfrm>
        </p:spPr>
        <p:txBody>
          <a:bodyPr>
            <a:noAutofit/>
          </a:bodyPr>
          <a:lstStyle/>
          <a:p>
            <a:r>
              <a:rPr lang="en-US" sz="2600" b="1" dirty="0">
                <a:solidFill>
                  <a:schemeClr val="bg1"/>
                </a:solidFill>
                <a:latin typeface="Roboto" charset="0"/>
                <a:ea typeface="Roboto"/>
                <a:cs typeface="Roboto" charset="0"/>
                <a:sym typeface="+mn-ea"/>
              </a:rPr>
              <a:t>SYN-CTL-HUB</a:t>
            </a:r>
            <a:endParaRPr lang="zh-CN" altLang="en-US" sz="2600" b="1" dirty="0">
              <a:solidFill>
                <a:schemeClr val="bg1"/>
              </a:solidFill>
              <a:latin typeface="Roboto" charset="0"/>
              <a:ea typeface="宋体" panose="02010600030101010101" pitchFamily="2" charset="-122"/>
              <a:cs typeface="Roboto" charset="0"/>
              <a:sym typeface="+mn-ea"/>
            </a:endParaRPr>
          </a:p>
        </p:txBody>
      </p:sp>
      <p:sp>
        <p:nvSpPr>
          <p:cNvPr id="3" name="Title 1"/>
          <p:cNvSpPr txBox="1"/>
          <p:nvPr/>
        </p:nvSpPr>
        <p:spPr>
          <a:xfrm>
            <a:off x="5381625" y="415229"/>
            <a:ext cx="6353176" cy="6096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600" dirty="0">
                <a:solidFill>
                  <a:schemeClr val="accent6">
                    <a:lumMod val="40000"/>
                    <a:lumOff val="60000"/>
                  </a:schemeClr>
                </a:solidFill>
                <a:latin typeface="Roboto" charset="0"/>
                <a:ea typeface="Roboto"/>
                <a:cs typeface="Roboto" charset="0"/>
              </a:rPr>
              <a:t>A Compact and Versatile Protocol Converter</a:t>
            </a:r>
          </a:p>
          <a:p>
            <a:pPr algn="r">
              <a:lnSpc>
                <a:spcPts val="1400"/>
              </a:lnSpc>
            </a:pPr>
            <a:r>
              <a:rPr lang="en-US" sz="1300" dirty="0">
                <a:solidFill>
                  <a:schemeClr val="accent6">
                    <a:lumMod val="40000"/>
                    <a:lumOff val="60000"/>
                  </a:schemeClr>
                </a:solidFill>
                <a:latin typeface="Roboto" charset="0"/>
                <a:ea typeface="Roboto"/>
                <a:cs typeface="Roboto" charset="0"/>
              </a:rPr>
              <a:t>(Specifically used with Controllers)</a:t>
            </a:r>
            <a:endParaRPr lang="zh-CN" altLang="en-US" sz="1300" dirty="0">
              <a:solidFill>
                <a:schemeClr val="accent6">
                  <a:lumMod val="40000"/>
                  <a:lumOff val="60000"/>
                </a:schemeClr>
              </a:solidFill>
              <a:latin typeface="Roboto" charset="0"/>
              <a:ea typeface="宋体" panose="02010600030101010101" pitchFamily="2" charset="-122"/>
              <a:cs typeface="Roboto" charset="0"/>
              <a:sym typeface="+mn-ea"/>
            </a:endParaRPr>
          </a:p>
        </p:txBody>
      </p:sp>
      <p:sp>
        <p:nvSpPr>
          <p:cNvPr id="13" name="矩形 7"/>
          <p:cNvSpPr/>
          <p:nvPr>
            <p:custDataLst>
              <p:tags r:id="rId4"/>
            </p:custDataLst>
          </p:nvPr>
        </p:nvSpPr>
        <p:spPr>
          <a:xfrm>
            <a:off x="0" y="5654059"/>
            <a:ext cx="12192000" cy="1203436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Title 1"/>
          <p:cNvSpPr txBox="1"/>
          <p:nvPr/>
        </p:nvSpPr>
        <p:spPr>
          <a:xfrm>
            <a:off x="6616271" y="5849316"/>
            <a:ext cx="5691024" cy="8116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i="1" dirty="0">
                <a:latin typeface="Montserrat"/>
                <a:ea typeface="Roboto"/>
                <a:cs typeface="Arial" panose="020B0604020202020204"/>
              </a:rPr>
              <a:t>Award-Winning Audio-Visual</a:t>
            </a:r>
            <a:br>
              <a:rPr lang="en-US" sz="2400" b="1" i="1" dirty="0">
                <a:latin typeface="Montserrat" pitchFamily="2" charset="77"/>
                <a:ea typeface="Roboto"/>
                <a:cs typeface="Arial" panose="020B0604020202020204"/>
              </a:rPr>
            </a:br>
            <a:r>
              <a:rPr lang="en-US" sz="2400" b="1" i="1" dirty="0">
                <a:latin typeface="Montserrat"/>
                <a:ea typeface="Roboto"/>
                <a:cs typeface="Arial" panose="020B0604020202020204"/>
              </a:rPr>
              <a:t>Solutions Manufacturer</a:t>
            </a:r>
          </a:p>
        </p:txBody>
      </p:sp>
      <p:pic>
        <p:nvPicPr>
          <p:cNvPr id="4" name="Picture 3" descr="A picture containing text, clock&#10;&#10;Description automatically generated">
            <a:extLst>
              <a:ext uri="{FF2B5EF4-FFF2-40B4-BE49-F238E27FC236}">
                <a16:creationId xmlns:a16="http://schemas.microsoft.com/office/drawing/2014/main" id="{C78C0359-4189-1C93-5095-5085DBEF0C4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346" y="5877970"/>
            <a:ext cx="4315581" cy="863114"/>
          </a:xfrm>
          <a:prstGeom prst="rect">
            <a:avLst/>
          </a:prstGeom>
        </p:spPr>
      </p:pic>
      <p:pic>
        <p:nvPicPr>
          <p:cNvPr id="8" name="Picture 7" descr="A black box with a ports&#10;&#10;AI-generated content may be incorrect.">
            <a:extLst>
              <a:ext uri="{FF2B5EF4-FFF2-40B4-BE49-F238E27FC236}">
                <a16:creationId xmlns:a16="http://schemas.microsoft.com/office/drawing/2014/main" id="{006506FA-F160-AE83-64AC-6D1A00D0122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7931" y="1738588"/>
            <a:ext cx="8392016" cy="4720509"/>
          </a:xfrm>
          <a:prstGeom prst="rect">
            <a:avLst/>
          </a:prstGeom>
        </p:spPr>
      </p:pic>
      <p:pic>
        <p:nvPicPr>
          <p:cNvPr id="11" name="Picture 10" descr="A black electronic device with green lights&#10;&#10;AI-generated content may be incorrect.">
            <a:extLst>
              <a:ext uri="{FF2B5EF4-FFF2-40B4-BE49-F238E27FC236}">
                <a16:creationId xmlns:a16="http://schemas.microsoft.com/office/drawing/2014/main" id="{E374C192-944E-47AC-4F07-4F7C3024521A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12347" y="351121"/>
            <a:ext cx="8668745" cy="487616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/>
          <p:nvPr/>
        </p:nvSpPr>
        <p:spPr>
          <a:xfrm>
            <a:off x="4147296" y="2089296"/>
            <a:ext cx="3480132" cy="553324"/>
          </a:xfrm>
          <a:prstGeom prst="rect">
            <a:avLst/>
          </a:prstGeom>
          <a:solidFill>
            <a:srgbClr val="E2F3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457155" y="161926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3200" b="1" strike="noStrike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cs typeface="Roboto" charset="0"/>
                <a:sym typeface="Roboto"/>
              </a:rPr>
              <a:t>Contents</a:t>
            </a:r>
          </a:p>
        </p:txBody>
      </p:sp>
      <p:pic>
        <p:nvPicPr>
          <p:cNvPr id="2" name="Google Shape;82;p1"/>
          <p:cNvPicPr preferRelativeResize="0"/>
          <p:nvPr/>
        </p:nvPicPr>
        <p:blipFill>
          <a:blip r:embed="rId8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1"/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2665" y="2744810"/>
            <a:ext cx="4826332" cy="553324"/>
          </a:xfrm>
          <a:prstGeom prst="rect">
            <a:avLst/>
          </a:prstGeom>
          <a:solidFill>
            <a:srgbClr val="E2F3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031290" y="4097620"/>
            <a:ext cx="3969082" cy="553324"/>
          </a:xfrm>
          <a:prstGeom prst="rect">
            <a:avLst/>
          </a:prstGeom>
          <a:solidFill>
            <a:srgbClr val="E2F3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4517065" y="4772632"/>
            <a:ext cx="2997532" cy="553324"/>
          </a:xfrm>
          <a:prstGeom prst="rect">
            <a:avLst/>
          </a:prstGeom>
          <a:solidFill>
            <a:srgbClr val="E2F3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862559" y="3422608"/>
            <a:ext cx="6306544" cy="553324"/>
          </a:xfrm>
          <a:prstGeom prst="rect">
            <a:avLst/>
          </a:prstGeom>
          <a:solidFill>
            <a:srgbClr val="E2F3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itle 6"/>
          <p:cNvSpPr txBox="1"/>
          <p:nvPr>
            <p:custDataLst>
              <p:tags r:id="rId4"/>
            </p:custDataLst>
          </p:nvPr>
        </p:nvSpPr>
        <p:spPr>
          <a:xfrm>
            <a:off x="1579085" y="1532044"/>
            <a:ext cx="8873491" cy="4209932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 algn="ctr" fontAlgn="ctr">
              <a:lnSpc>
                <a:spcPts val="45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en-US" altLang="zh-CN" sz="2800" b="1" strike="noStrike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Product Overview</a:t>
            </a:r>
          </a:p>
          <a:p>
            <a:pPr lvl="0" algn="ctr" fontAlgn="ctr">
              <a:lnSpc>
                <a:spcPts val="45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altLang="zh-CN" sz="28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Interface &amp; Specifications</a:t>
            </a:r>
            <a:endParaRPr lang="en-US" altLang="zh-CN" sz="2800" b="1" strike="noStrike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  <a:sym typeface="+mn-ea"/>
            </a:endParaRPr>
          </a:p>
          <a:p>
            <a:pPr lvl="0" algn="ctr" fontAlgn="ctr">
              <a:lnSpc>
                <a:spcPts val="45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en-US" altLang="zh-CN" sz="2800" b="1" strike="noStrike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Typical Connection &amp; Applications </a:t>
            </a:r>
          </a:p>
          <a:p>
            <a:pPr lvl="0" algn="ctr" fontAlgn="ctr">
              <a:lnSpc>
                <a:spcPts val="45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en-US" altLang="zh-CN" sz="2800" b="1" strike="noStrike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Competitor Analysis</a:t>
            </a:r>
          </a:p>
          <a:p>
            <a:pPr lvl="0" algn="ctr" fontAlgn="ctr">
              <a:lnSpc>
                <a:spcPts val="45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en-US" altLang="zh-CN" sz="2800" b="1" strike="noStrike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Q &amp; A Session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11" name="直接连接符 10"/>
          <p:cNvCxnSpPr/>
          <p:nvPr>
            <p:custDataLst>
              <p:tags r:id="rId3"/>
            </p:custDataLst>
          </p:nvPr>
        </p:nvCxnSpPr>
        <p:spPr>
          <a:xfrm>
            <a:off x="8904655" y="1635474"/>
            <a:ext cx="2489200" cy="0"/>
          </a:xfrm>
          <a:prstGeom prst="line">
            <a:avLst/>
          </a:prstGeom>
          <a:ln w="28575" cmpd="sng">
            <a:solidFill>
              <a:schemeClr val="dk2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4"/>
            </p:custDataLst>
          </p:nvPr>
        </p:nvCxnSpPr>
        <p:spPr>
          <a:xfrm>
            <a:off x="5829257" y="5517369"/>
            <a:ext cx="2489200" cy="0"/>
          </a:xfrm>
          <a:prstGeom prst="line">
            <a:avLst/>
          </a:prstGeom>
          <a:ln w="28575" cmpd="sng">
            <a:solidFill>
              <a:schemeClr val="dk2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457155" y="155572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32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Product Overview</a:t>
            </a:r>
          </a:p>
        </p:txBody>
      </p:sp>
      <p:pic>
        <p:nvPicPr>
          <p:cNvPr id="3" name="Google Shape;82;p1"/>
          <p:cNvPicPr preferRelativeResize="0"/>
          <p:nvPr/>
        </p:nvPicPr>
        <p:blipFill>
          <a:blip r:embed="rId9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itle 6"/>
          <p:cNvSpPr txBox="1"/>
          <p:nvPr>
            <p:custDataLst>
              <p:tags r:id="rId6"/>
            </p:custDataLst>
          </p:nvPr>
        </p:nvSpPr>
        <p:spPr>
          <a:xfrm>
            <a:off x="5829299" y="3268202"/>
            <a:ext cx="5862319" cy="3507105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-285750" algn="l" fontAlgn="ctr">
              <a:lnSpc>
                <a:spcPts val="28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lang="en-US" sz="29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A Compact &amp; Versatile Protocol Converter </a:t>
            </a:r>
            <a:endParaRPr sz="2900" b="1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  <a:sym typeface="+mn-ea"/>
            </a:endParaRPr>
          </a:p>
          <a:p>
            <a:pPr marL="0" lvl="0" indent="-285750" algn="l" fontAlgn="ctr">
              <a:lnSpc>
                <a:spcPts val="18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lang="en-US" altLang="zh-CN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SYN-CTL-HUB is a compact, cost-effective protocol converter that converts IP signals into RS232, Infrared, and Relay protocols. Designed for seamless integration in space-constrained environments, it supports PoE, flexible mounting, and essential control protocols with external trigger detection. Its scalability ensures compatibility with third-party control platforms like Crestron and AMX, making it ideal for AV and automation applications.</a:t>
            </a:r>
          </a:p>
          <a:p>
            <a:pPr marL="0" lvl="0" indent="-28575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endParaRPr lang="en-US" altLang="zh-CN" sz="14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</a:endParaRPr>
          </a:p>
          <a:p>
            <a:pPr marL="0" lvl="0" indent="-28575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endParaRPr lang="en-US" altLang="zh-CN" sz="14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</a:endParaRPr>
          </a:p>
          <a:p>
            <a:pPr marL="0" lvl="0" indent="-28575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endParaRPr lang="en-US" altLang="zh-CN" sz="14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</a:endParaRPr>
          </a:p>
          <a:p>
            <a:pPr marL="0" lvl="0" indent="-28575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endParaRPr lang="en-US" altLang="zh-CN" sz="14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</a:endParaRPr>
          </a:p>
          <a:p>
            <a:pPr marL="0" lvl="0" indent="-28575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endParaRPr lang="en-US" altLang="zh-CN" sz="14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</a:endParaRPr>
          </a:p>
          <a:p>
            <a:pPr marL="0" lvl="0" indent="-28575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endParaRPr lang="en-US" altLang="zh-CN" sz="14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</a:endParaRPr>
          </a:p>
          <a:p>
            <a:pPr marL="0" lvl="0" indent="-28575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endParaRPr lang="en-US" altLang="zh-CN" sz="14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</a:endParaRPr>
          </a:p>
          <a:p>
            <a:pPr marL="0" lvl="0" indent="-28575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endParaRPr lang="en-US" altLang="zh-CN" sz="14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pic>
        <p:nvPicPr>
          <p:cNvPr id="5" name="Picture 4" descr="A black box with a ports&#10;&#10;AI-generated content may be incorrect.">
            <a:extLst>
              <a:ext uri="{FF2B5EF4-FFF2-40B4-BE49-F238E27FC236}">
                <a16:creationId xmlns:a16="http://schemas.microsoft.com/office/drawing/2014/main" id="{B243F305-24F4-CB88-7AEC-FAE34CD92BE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24382" y="2263280"/>
            <a:ext cx="8392016" cy="4720509"/>
          </a:xfrm>
          <a:prstGeom prst="rect">
            <a:avLst/>
          </a:prstGeom>
        </p:spPr>
      </p:pic>
      <p:pic>
        <p:nvPicPr>
          <p:cNvPr id="10" name="Picture 9" descr="A black electronic device with green buttons&#10;&#10;AI-generated content may be incorrect.">
            <a:extLst>
              <a:ext uri="{FF2B5EF4-FFF2-40B4-BE49-F238E27FC236}">
                <a16:creationId xmlns:a16="http://schemas.microsoft.com/office/drawing/2014/main" id="{44456565-36B3-53BF-296E-89BD565983D2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24382" y="1053948"/>
            <a:ext cx="8392016" cy="4720509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457155" y="17145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32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Interface of the Product</a:t>
            </a:r>
          </a:p>
        </p:txBody>
      </p:sp>
      <p:pic>
        <p:nvPicPr>
          <p:cNvPr id="16" name="Google Shape;82;p1"/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文本框 1"/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2BF591-DC5E-7AF0-1FEB-54066328801B}"/>
              </a:ext>
            </a:extLst>
          </p:cNvPr>
          <p:cNvSpPr/>
          <p:nvPr/>
        </p:nvSpPr>
        <p:spPr>
          <a:xfrm>
            <a:off x="990600" y="1456452"/>
            <a:ext cx="6448425" cy="4808272"/>
          </a:xfrm>
          <a:prstGeom prst="rect">
            <a:avLst/>
          </a:prstGeom>
          <a:solidFill>
            <a:schemeClr val="accent6">
              <a:lumMod val="75000"/>
              <a:alpha val="18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文本框 1"/>
          <p:cNvSpPr txBox="1"/>
          <p:nvPr/>
        </p:nvSpPr>
        <p:spPr>
          <a:xfrm>
            <a:off x="8287592" y="1389776"/>
            <a:ext cx="3618657" cy="3739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u="sng" dirty="0">
                <a:latin typeface="Roboto" charset="0"/>
                <a:cs typeface="Roboto" charset="0"/>
                <a:sym typeface="+mn-ea"/>
              </a:rPr>
              <a:t>Featuring:</a:t>
            </a:r>
            <a:endParaRPr lang="en-US" altLang="zh-CN" b="1" u="sng" dirty="0">
              <a:latin typeface="Roboto" charset="0"/>
              <a:cs typeface="Roboto" charset="0"/>
            </a:endParaRPr>
          </a:p>
          <a:p>
            <a:pPr>
              <a:lnSpc>
                <a:spcPts val="1200"/>
              </a:lnSpc>
            </a:pPr>
            <a:endParaRPr lang="en-US" sz="16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</a:endParaRPr>
          </a:p>
          <a:p>
            <a:pPr algn="l">
              <a:buClrTx/>
              <a:buSzTx/>
              <a:buFontTx/>
            </a:pPr>
            <a:r>
              <a:rPr lang="en-US" altLang="zh-CN" sz="1600" b="1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DC 12V Power Input: </a:t>
            </a:r>
          </a:p>
          <a:p>
            <a:pPr algn="l">
              <a:lnSpc>
                <a:spcPts val="1800"/>
              </a:lnSpc>
              <a:buClrTx/>
              <a:buSzTx/>
              <a:buFontTx/>
            </a:pPr>
            <a:r>
              <a:rPr lang="en-US" sz="16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Simple power connection for easy setup.</a:t>
            </a:r>
          </a:p>
          <a:p>
            <a:pPr algn="l">
              <a:lnSpc>
                <a:spcPts val="1000"/>
              </a:lnSpc>
              <a:buClrTx/>
              <a:buSzTx/>
              <a:buFontTx/>
            </a:pPr>
            <a:endParaRPr lang="en-US" sz="1600" b="1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</a:endParaRPr>
          </a:p>
          <a:p>
            <a:pPr algn="l">
              <a:buClrTx/>
              <a:buSzTx/>
              <a:buFontTx/>
            </a:pPr>
            <a:r>
              <a:rPr lang="en-US" sz="1600" b="1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RS-232 Ports for Device Control: </a:t>
            </a:r>
          </a:p>
          <a:p>
            <a:pPr algn="l">
              <a:lnSpc>
                <a:spcPts val="1800"/>
              </a:lnSpc>
              <a:buClrTx/>
              <a:buSzTx/>
              <a:buFontTx/>
            </a:pPr>
            <a:r>
              <a:rPr lang="en-US" sz="16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Reliable control interface for seamless device integration.</a:t>
            </a:r>
          </a:p>
          <a:p>
            <a:pPr algn="l">
              <a:lnSpc>
                <a:spcPts val="1000"/>
              </a:lnSpc>
              <a:buClrTx/>
              <a:buSzTx/>
              <a:buFontTx/>
            </a:pPr>
            <a:endParaRPr lang="en-US" altLang="en-US" sz="1600" b="1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sz="1600" b="1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Ethernet Port with PoE:</a:t>
            </a:r>
          </a:p>
          <a:p>
            <a:pPr algn="l">
              <a:lnSpc>
                <a:spcPts val="1800"/>
              </a:lnSpc>
              <a:buClrTx/>
              <a:buSzTx/>
              <a:buFontTx/>
            </a:pPr>
            <a:r>
              <a:rPr lang="en-US" sz="16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Single cable for power and data transfer, simplifying installation.</a:t>
            </a:r>
          </a:p>
          <a:p>
            <a:pPr algn="l">
              <a:lnSpc>
                <a:spcPts val="1000"/>
              </a:lnSpc>
              <a:buClrTx/>
              <a:buSzTx/>
              <a:buFontTx/>
            </a:pPr>
            <a:endParaRPr lang="en-US" sz="16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  <a:sym typeface="+mn-ea"/>
            </a:endParaRPr>
          </a:p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en-US" sz="1600" b="1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IR Emitter: </a:t>
            </a:r>
          </a:p>
          <a:p>
            <a:pPr algn="l">
              <a:lnSpc>
                <a:spcPts val="1800"/>
              </a:lnSpc>
              <a:buClrTx/>
              <a:buSzTx/>
              <a:buFontTx/>
            </a:pPr>
            <a:r>
              <a:rPr lang="en-US" altLang="zh-CN" sz="16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Enables infrared control for compatible devices.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4242520" y="1534160"/>
            <a:ext cx="1986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Roboto" charset="0"/>
                <a:cs typeface="Roboto" charset="0"/>
              </a:rPr>
              <a:t>Front Panel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9C7D52-09F5-3D13-C2C5-C0D4332001F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1351" y="1200785"/>
            <a:ext cx="3618657" cy="300926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98E87C7-D50B-6CAC-16B9-3B95F766A83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33558" y="3624003"/>
            <a:ext cx="4602711" cy="29196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9" name="文本框 8"/>
          <p:cNvSpPr txBox="1"/>
          <p:nvPr/>
        </p:nvSpPr>
        <p:spPr>
          <a:xfrm>
            <a:off x="2217804" y="5893249"/>
            <a:ext cx="11212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Roboto" charset="0"/>
                <a:cs typeface="Roboto" charset="0"/>
              </a:rPr>
              <a:t>Rear Panel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457155" y="17145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32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Specifications &amp; Packing List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601400403"/>
              </p:ext>
            </p:extLst>
          </p:nvPr>
        </p:nvGraphicFramePr>
        <p:xfrm>
          <a:off x="428580" y="2133600"/>
          <a:ext cx="7591470" cy="3280481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000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41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69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6908">
                <a:tc gridSpan="2">
                  <a:txBody>
                    <a:bodyPr/>
                    <a:lstStyle/>
                    <a:p>
                      <a:r>
                        <a:rPr lang="en-US" altLang="zh-CN" sz="16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Main Specifications</a:t>
                      </a:r>
                    </a:p>
                  </a:txBody>
                  <a:tcPr anchor="ctr">
                    <a:solidFill>
                      <a:srgbClr val="0B793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sz="1600" dirty="0"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0B79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ctr" fontAlgn="ctr"/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Wyrestorm</a:t>
                      </a:r>
                      <a:b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</a:b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SYN-CTL-HUB</a:t>
                      </a:r>
                    </a:p>
                  </a:txBody>
                  <a:tcPr marL="7620" marR="7620" marT="7620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Notes</a:t>
                      </a:r>
                    </a:p>
                  </a:txBody>
                  <a:tcPr marL="7620" marR="7620" marT="7620" marB="0"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97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Dimension (W x H x D)</a:t>
                      </a:r>
                    </a:p>
                  </a:txBody>
                  <a:tcPr marL="7620" marR="7620" marT="7620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82mm x 20mm x 91mm</a:t>
                      </a:r>
                    </a:p>
                  </a:txBody>
                  <a:tcPr marL="7620" marR="7620" marT="7620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2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Power</a:t>
                      </a:r>
                    </a:p>
                  </a:txBody>
                  <a:tcPr marL="7620" marR="7620" marT="7620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DC 12V &amp; PoE</a:t>
                      </a:r>
                    </a:p>
                  </a:txBody>
                  <a:tcPr marL="7620" marR="7620" marT="7620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DC 12V or PoE 802.3af &amp; 802.3at</a:t>
                      </a:r>
                    </a:p>
                  </a:txBody>
                  <a:tcPr marL="7620" marR="7620" marT="7620" marB="0" anchor="ctr">
                    <a:solidFill>
                      <a:srgbClr val="E3F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9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LAN</a:t>
                      </a:r>
                    </a:p>
                  </a:txBody>
                  <a:tcPr marL="7620" marR="7620" marT="7620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 1 (PoE)</a:t>
                      </a:r>
                    </a:p>
                  </a:txBody>
                  <a:tcPr marL="7620" marR="7620" marT="7620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10/100 Mbps</a:t>
                      </a:r>
                    </a:p>
                  </a:txBody>
                  <a:tcPr marL="7620" marR="7620" marT="7620" marB="0"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279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RS232</a:t>
                      </a:r>
                    </a:p>
                  </a:txBody>
                  <a:tcPr marL="7620" marR="7620" marT="7620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 1 (RS232)</a:t>
                      </a:r>
                    </a:p>
                  </a:txBody>
                  <a:tcPr marL="7620" marR="7620" marT="7620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115200</a:t>
                      </a:r>
                    </a:p>
                  </a:txBody>
                  <a:tcPr marL="7620" marR="7620" marT="7620" marB="0" anchor="ctr">
                    <a:solidFill>
                      <a:srgbClr val="E3F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488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IR</a:t>
                      </a:r>
                    </a:p>
                  </a:txBody>
                  <a:tcPr marL="7620" marR="7620" marT="7620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 1</a:t>
                      </a:r>
                    </a:p>
                  </a:txBody>
                  <a:tcPr marL="7620" marR="7620" marT="7620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97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Relay</a:t>
                      </a:r>
                    </a:p>
                  </a:txBody>
                  <a:tcPr marL="7620" marR="7620" marT="7620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 4</a:t>
                      </a:r>
                    </a:p>
                  </a:txBody>
                  <a:tcPr marL="7620" marR="7620" marT="7620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30 VAC/VDC, 2 A</a:t>
                      </a:r>
                    </a:p>
                  </a:txBody>
                  <a:tcPr marL="7620" marR="7620" marT="7620" marB="0" anchor="ctr">
                    <a:solidFill>
                      <a:srgbClr val="E3F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2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CONTACT IN</a:t>
                      </a:r>
                    </a:p>
                  </a:txBody>
                  <a:tcPr marL="7620" marR="7620" marT="7620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 1</a:t>
                      </a:r>
                    </a:p>
                  </a:txBody>
                  <a:tcPr marL="7620" marR="7620" marT="7620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264442" y="2838450"/>
            <a:ext cx="3895173" cy="145770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b="1" dirty="0">
                <a:latin typeface="Roboto" charset="0"/>
                <a:cs typeface="Arial" panose="020B0604020202020204" pitchFamily="34" charset="0"/>
              </a:rPr>
              <a:t>What’s in the Box?</a:t>
            </a:r>
          </a:p>
          <a:p>
            <a:pPr>
              <a:lnSpc>
                <a:spcPts val="900"/>
              </a:lnSpc>
            </a:pPr>
            <a:endParaRPr lang="zh-CN" altLang="en-US" sz="1600" dirty="0">
              <a:latin typeface="Roboto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cs typeface="Arial" panose="020B0604020202020204" pitchFamily="34" charset="0"/>
              </a:rPr>
              <a:t>1x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cs typeface="Arial" panose="020B0604020202020204" pitchFamily="34" charset="0"/>
              </a:rPr>
              <a:t>SYN-CTL-HUB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Roboto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cs typeface="Arial" panose="020B0604020202020204" pitchFamily="34" charset="0"/>
              </a:rPr>
              <a:t>2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cs typeface="Arial" panose="020B0604020202020204" pitchFamily="34" charset="0"/>
              </a:rPr>
              <a:t>x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cs typeface="Arial" panose="020B0604020202020204" pitchFamily="34" charset="0"/>
              </a:rPr>
              <a:t>Mounting Brackets (with Screws)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Roboto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cs typeface="Arial" panose="020B0604020202020204" pitchFamily="34" charset="0"/>
              </a:rPr>
              <a:t>1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cs typeface="Arial" panose="020B0604020202020204" pitchFamily="34" charset="0"/>
              </a:rPr>
              <a:t>x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cs typeface="Arial" panose="020B0604020202020204" pitchFamily="34" charset="0"/>
              </a:rPr>
              <a:t>IR Emitter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Roboto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cs typeface="Arial" panose="020B0604020202020204" pitchFamily="34" charset="0"/>
              </a:rPr>
              <a:t>1x Quick Start Guide</a:t>
            </a:r>
          </a:p>
        </p:txBody>
      </p:sp>
      <p:pic>
        <p:nvPicPr>
          <p:cNvPr id="6" name="Google Shape;82;p1"/>
          <p:cNvPicPr preferRelativeResize="0"/>
          <p:nvPr/>
        </p:nvPicPr>
        <p:blipFill>
          <a:blip r:embed="rId8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文本框 1"/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457155" y="15621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32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Typical Connection &amp; Applications</a:t>
            </a:r>
          </a:p>
        </p:txBody>
      </p:sp>
      <p:sp>
        <p:nvSpPr>
          <p:cNvPr id="14" name="Title 6"/>
          <p:cNvSpPr txBox="1"/>
          <p:nvPr>
            <p:custDataLst>
              <p:tags r:id="rId4"/>
            </p:custDataLst>
          </p:nvPr>
        </p:nvSpPr>
        <p:spPr>
          <a:xfrm>
            <a:off x="401910" y="921640"/>
            <a:ext cx="11290300" cy="758825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-285750" algn="l" fontAlgn="ctr">
              <a:lnSpc>
                <a:spcPts val="18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lang="en-US" altLang="zh-CN" sz="20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CN" sz="20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Basic control and equipment connection network diagram</a:t>
            </a:r>
            <a:r>
              <a:rPr lang="zh-CN" altLang="en-US" sz="20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：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58659" y="1535958"/>
            <a:ext cx="7237238" cy="508426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6"/>
          <p:cNvSpPr txBox="1"/>
          <p:nvPr>
            <p:custDataLst>
              <p:tags r:id="rId2"/>
            </p:custDataLst>
          </p:nvPr>
        </p:nvSpPr>
        <p:spPr>
          <a:xfrm>
            <a:off x="457156" y="1262127"/>
            <a:ext cx="3429044" cy="4052824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/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-2857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sz="18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K</a:t>
            </a:r>
            <a:r>
              <a:rPr sz="20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ey Benefits </a:t>
            </a:r>
            <a:r>
              <a:rPr sz="20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I</a:t>
            </a:r>
            <a:r>
              <a:rPr sz="20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nclude:</a:t>
            </a:r>
          </a:p>
          <a:p>
            <a:pPr lvl="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en-US" sz="16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As a controller, SYN-CTL-HUB cooperates with Touch10 to control external devices through RS232, IR, Relay, etc.</a:t>
            </a:r>
          </a:p>
          <a:p>
            <a:pPr lvl="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en-US" sz="16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Expand the range of control devices of SYN-TOUCH10.</a:t>
            </a:r>
          </a:p>
          <a:p>
            <a:pPr lvl="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</a:pPr>
            <a:r>
              <a:rPr lang="en-US" sz="16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Power over POE simplifies installation by combining power and data in a single cable. Reduces the need for additional power supplies.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1D33E7-896A-CFDE-2CEF-44BA27954827}"/>
              </a:ext>
            </a:extLst>
          </p:cNvPr>
          <p:cNvSpPr/>
          <p:nvPr/>
        </p:nvSpPr>
        <p:spPr>
          <a:xfrm>
            <a:off x="4219575" y="1281177"/>
            <a:ext cx="7677150" cy="516724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矩形 7"/>
          <p:cNvSpPr/>
          <p:nvPr>
            <p:custDataLst>
              <p:tags r:id="rId3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6"/>
          <p:cNvSpPr txBox="1"/>
          <p:nvPr>
            <p:custDataLst>
              <p:tags r:id="rId4"/>
            </p:custDataLst>
          </p:nvPr>
        </p:nvSpPr>
        <p:spPr>
          <a:xfrm>
            <a:off x="457155" y="15621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32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Typical Connection &amp; Applications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57317" y="1446530"/>
            <a:ext cx="7463007" cy="4925695"/>
          </a:xfrm>
          <a:prstGeom prst="rect">
            <a:avLst/>
          </a:prstGeom>
          <a:effectLst/>
        </p:spPr>
      </p:pic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表格 9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21805319"/>
              </p:ext>
            </p:extLst>
          </p:nvPr>
        </p:nvGraphicFramePr>
        <p:xfrm>
          <a:off x="1320121" y="1329022"/>
          <a:ext cx="9420269" cy="4502287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0032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30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83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2961">
                <a:tc>
                  <a:txBody>
                    <a:bodyPr/>
                    <a:lstStyle/>
                    <a:p>
                      <a:pPr algn="ctr" fontAlgn="ctr"/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>
                    <a:solidFill>
                      <a:srgbClr val="0B79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Wyrestorm</a:t>
                      </a:r>
                      <a:b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</a:br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SYN-CTL-HUB</a:t>
                      </a:r>
                    </a:p>
                  </a:txBody>
                  <a:tcPr marL="7620" marR="7620" marT="7620" marB="0" anchor="ctr">
                    <a:solidFill>
                      <a:srgbClr val="0B79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Crestron</a:t>
                      </a:r>
                      <a:br>
                        <a:rPr lang="en-US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</a:br>
                      <a:r>
                        <a:rPr lang="en-US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CP4</a:t>
                      </a:r>
                    </a:p>
                  </a:txBody>
                  <a:tcPr marL="7620" marR="7620" marT="7620" marB="0" anchor="ctr">
                    <a:solidFill>
                      <a:srgbClr val="0B79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Extron</a:t>
                      </a:r>
                      <a:br>
                        <a:rPr lang="en-US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</a:br>
                      <a:r>
                        <a:rPr lang="en-US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IPCP Pro 550</a:t>
                      </a:r>
                    </a:p>
                  </a:txBody>
                  <a:tcPr marL="7620" marR="7620" marT="7620" marB="0" anchor="ctr">
                    <a:solidFill>
                      <a:srgbClr val="0B79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70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Dimension (W x H x D)</a:t>
                      </a:r>
                    </a:p>
                  </a:txBody>
                  <a:tcPr marL="7620" marR="7620" marT="7620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82mm x 20mm x 91mm</a:t>
                      </a:r>
                    </a:p>
                  </a:txBody>
                  <a:tcPr marL="7620" marR="7620" marT="7620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439mm x 44mm x 167mm</a:t>
                      </a:r>
                      <a:br>
                        <a:rPr lang="de-D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</a:br>
                      <a:r>
                        <a:rPr lang="de-D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 RU 19-in.</a:t>
                      </a:r>
                    </a:p>
                  </a:txBody>
                  <a:tcPr marL="7620" marR="7620" marT="7620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221mm x 43mm x 267mm</a:t>
                      </a:r>
                      <a:br>
                        <a:rPr lang="de-D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</a:br>
                      <a:r>
                        <a:rPr lang="de-D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 RU 19/2-in</a:t>
                      </a:r>
                    </a:p>
                  </a:txBody>
                  <a:tcPr marL="7620" marR="7620" marT="7620" marB="0"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29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Power</a:t>
                      </a:r>
                    </a:p>
                  </a:txBody>
                  <a:tcPr marL="7620" marR="7620" marT="7620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DC 12V &amp; PoE</a:t>
                      </a:r>
                    </a:p>
                  </a:txBody>
                  <a:tcPr marL="7620" marR="7620" marT="7620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DC 24V</a:t>
                      </a:r>
                    </a:p>
                  </a:txBody>
                  <a:tcPr marL="7620" marR="7620" marT="7620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AC 100~240V</a:t>
                      </a:r>
                    </a:p>
                  </a:txBody>
                  <a:tcPr marL="7620" marR="7620" marT="7620" marB="0" anchor="ctr">
                    <a:solidFill>
                      <a:srgbClr val="E3F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LAN</a:t>
                      </a:r>
                    </a:p>
                  </a:txBody>
                  <a:tcPr marL="7620" marR="7620" marT="7620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 1 (PoE)</a:t>
                      </a:r>
                    </a:p>
                  </a:txBody>
                  <a:tcPr marL="7620" marR="7620" marT="7620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 1</a:t>
                      </a:r>
                    </a:p>
                  </a:txBody>
                  <a:tcPr marL="7620" marR="7620" marT="7620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 1</a:t>
                      </a:r>
                    </a:p>
                  </a:txBody>
                  <a:tcPr marL="7620" marR="7620" marT="7620" marB="0"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RS232</a:t>
                      </a:r>
                    </a:p>
                  </a:txBody>
                  <a:tcPr marL="7620" marR="7620" marT="7620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 1 (RS232)</a:t>
                      </a:r>
                    </a:p>
                  </a:txBody>
                  <a:tcPr marL="7620" marR="7620" marT="7620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 3 (RS232/422/485)</a:t>
                      </a:r>
                    </a:p>
                  </a:txBody>
                  <a:tcPr marL="7620" marR="7620" marT="7620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 6 (RS232)</a:t>
                      </a:r>
                      <a:b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</a:b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 2 (RS232/422/485)</a:t>
                      </a:r>
                    </a:p>
                  </a:txBody>
                  <a:tcPr marL="7620" marR="7620" marT="7620" marB="0" anchor="ctr">
                    <a:solidFill>
                      <a:srgbClr val="E3F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57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IR</a:t>
                      </a:r>
                    </a:p>
                  </a:txBody>
                  <a:tcPr marL="7620" marR="7620" marT="7620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 1</a:t>
                      </a:r>
                    </a:p>
                  </a:txBody>
                  <a:tcPr marL="7620" marR="7620" marT="7620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 8</a:t>
                      </a:r>
                    </a:p>
                  </a:txBody>
                  <a:tcPr marL="7620" marR="7620" marT="7620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 8</a:t>
                      </a:r>
                    </a:p>
                  </a:txBody>
                  <a:tcPr marL="7620" marR="7620" marT="7620" marB="0"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12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Relay</a:t>
                      </a:r>
                    </a:p>
                  </a:txBody>
                  <a:tcPr marL="7620" marR="7620" marT="7620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30 VAC/VDC, 2 A x 4</a:t>
                      </a:r>
                    </a:p>
                  </a:txBody>
                  <a:tcPr marL="7620" marR="7620" marT="7620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30 VAC/VDC, 1 A x 8</a:t>
                      </a:r>
                    </a:p>
                  </a:txBody>
                  <a:tcPr marL="7620" marR="7620" marT="7620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24 VDC, 1 A x 8</a:t>
                      </a:r>
                    </a:p>
                  </a:txBody>
                  <a:tcPr marL="7620" marR="7620" marT="7620" marB="0" anchor="ctr">
                    <a:solidFill>
                      <a:srgbClr val="E3F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12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I/O</a:t>
                      </a:r>
                    </a:p>
                  </a:txBody>
                  <a:tcPr marL="7620" marR="7620" marT="7620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 1 CONTACT IN</a:t>
                      </a:r>
                    </a:p>
                  </a:txBody>
                  <a:tcPr marL="7620" marR="7620" marT="7620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 4</a:t>
                      </a:r>
                    </a:p>
                  </a:txBody>
                  <a:tcPr marL="7620" marR="7620" marT="7620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 4</a:t>
                      </a:r>
                    </a:p>
                  </a:txBody>
                  <a:tcPr marL="7620" marR="7620" marT="7620" marB="0"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436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DC power output</a:t>
                      </a:r>
                    </a:p>
                  </a:txBody>
                  <a:tcPr marL="7620" marR="7620" marT="7620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 0</a:t>
                      </a:r>
                    </a:p>
                  </a:txBody>
                  <a:tcPr marL="7620" marR="7620" marT="7620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 0</a:t>
                      </a:r>
                    </a:p>
                  </a:txBody>
                  <a:tcPr marL="7620" marR="7620" marT="7620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 4</a:t>
                      </a:r>
                    </a:p>
                  </a:txBody>
                  <a:tcPr marL="7620" marR="7620" marT="7620" marB="0" anchor="ctr">
                    <a:solidFill>
                      <a:srgbClr val="E3F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487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MSRP</a:t>
                      </a:r>
                    </a:p>
                  </a:txBody>
                  <a:tcPr marL="7620" marR="7620" marT="7620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$195.00</a:t>
                      </a:r>
                    </a:p>
                  </a:txBody>
                  <a:tcPr marL="7620" marR="7620" marT="7620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/</a:t>
                      </a:r>
                    </a:p>
                  </a:txBody>
                  <a:tcPr marL="7620" marR="7620" marT="7620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/</a:t>
                      </a:r>
                    </a:p>
                  </a:txBody>
                  <a:tcPr marL="7620" marR="7620" marT="7620" marB="0"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solidFill>
              <a:schemeClr val="accent6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6"/>
          <p:cNvSpPr txBox="1"/>
          <p:nvPr>
            <p:custDataLst>
              <p:tags r:id="rId3"/>
            </p:custDataLst>
          </p:nvPr>
        </p:nvSpPr>
        <p:spPr>
          <a:xfrm>
            <a:off x="457155" y="169546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32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Comparison with Other Competitors</a:t>
            </a:r>
          </a:p>
        </p:txBody>
      </p:sp>
      <p:pic>
        <p:nvPicPr>
          <p:cNvPr id="2" name="Google Shape;82;p1"/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1"/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457155" y="161926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32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Our Advantages</a:t>
            </a:r>
          </a:p>
        </p:txBody>
      </p:sp>
      <p:pic>
        <p:nvPicPr>
          <p:cNvPr id="5" name="Google Shape;82;p1"/>
          <p:cNvPicPr preferRelativeResize="0"/>
          <p:nvPr/>
        </p:nvPicPr>
        <p:blipFill>
          <a:blip r:embed="rId16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1"/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pic>
        <p:nvPicPr>
          <p:cNvPr id="2" name="Picture 1" descr="A black box with a ports&#10;&#10;AI-generated content may be incorrect.">
            <a:extLst>
              <a:ext uri="{FF2B5EF4-FFF2-40B4-BE49-F238E27FC236}">
                <a16:creationId xmlns:a16="http://schemas.microsoft.com/office/drawing/2014/main" id="{0AF6EC2A-BA3C-36BE-18F1-BDBA305DC5A8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7443" y="2170753"/>
            <a:ext cx="7587082" cy="4267734"/>
          </a:xfrm>
          <a:prstGeom prst="rect">
            <a:avLst/>
          </a:prstGeom>
        </p:spPr>
      </p:pic>
      <p:pic>
        <p:nvPicPr>
          <p:cNvPr id="3" name="Picture 2" descr="A black electronic device with green buttons&#10;&#10;AI-generated content may be incorrect.">
            <a:extLst>
              <a:ext uri="{FF2B5EF4-FFF2-40B4-BE49-F238E27FC236}">
                <a16:creationId xmlns:a16="http://schemas.microsoft.com/office/drawing/2014/main" id="{E7FD0AD8-4D93-95CE-B561-A36F0E6B0C31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7443" y="1123346"/>
            <a:ext cx="7587082" cy="4267734"/>
          </a:xfrm>
          <a:prstGeom prst="rect">
            <a:avLst/>
          </a:prstGeom>
        </p:spPr>
      </p:pic>
      <p:sp>
        <p:nvSpPr>
          <p:cNvPr id="8" name="Title 6">
            <a:extLst>
              <a:ext uri="{FF2B5EF4-FFF2-40B4-BE49-F238E27FC236}">
                <a16:creationId xmlns:a16="http://schemas.microsoft.com/office/drawing/2014/main" id="{7B73EBBC-8795-C637-10F3-93DACA8B0266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457156" y="1214502"/>
            <a:ext cx="3429044" cy="404748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/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-2857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sz="20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Our Key Advantages </a:t>
            </a:r>
            <a:r>
              <a:rPr sz="20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I</a:t>
            </a:r>
            <a:r>
              <a:rPr sz="20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nclude:</a:t>
            </a:r>
            <a:endParaRPr lang="en-US" sz="20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9" name="Title 6">
            <a:extLst>
              <a:ext uri="{FF2B5EF4-FFF2-40B4-BE49-F238E27FC236}">
                <a16:creationId xmlns:a16="http://schemas.microsoft.com/office/drawing/2014/main" id="{DE8393BC-AC9B-3FD0-4B07-9D7840377027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457156" y="1692154"/>
            <a:ext cx="3429044" cy="404748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/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-2857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sz="16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Compact Design:</a:t>
            </a:r>
            <a:endParaRPr lang="en-US" sz="16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74735685-05DA-B652-6365-74ED0AC5B61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457155" y="2728640"/>
            <a:ext cx="4886369" cy="404748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/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-2857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sz="16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Power over Ethernet (PoE):</a:t>
            </a:r>
            <a:endParaRPr lang="en-US" sz="16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16C20881-1075-3B6D-F714-B8A57BADAF00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457155" y="4021034"/>
            <a:ext cx="4791119" cy="404748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/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-2857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lang="en-US" sz="16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Comprehensive Control Protocols:</a:t>
            </a:r>
            <a:endParaRPr lang="en-US" sz="16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3" name="Title 6">
            <a:extLst>
              <a:ext uri="{FF2B5EF4-FFF2-40B4-BE49-F238E27FC236}">
                <a16:creationId xmlns:a16="http://schemas.microsoft.com/office/drawing/2014/main" id="{5C8046D0-7BA7-48A0-6EA1-A121CAC1C1A4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457155" y="5159254"/>
            <a:ext cx="3429044" cy="404748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/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-2857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sz="16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Scalability and Integration:</a:t>
            </a:r>
            <a:endParaRPr lang="en-US" sz="16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5" name="Title 6">
            <a:extLst>
              <a:ext uri="{FF2B5EF4-FFF2-40B4-BE49-F238E27FC236}">
                <a16:creationId xmlns:a16="http://schemas.microsoft.com/office/drawing/2014/main" id="{194DC2F0-F91B-B316-30FD-DDF79C0C7143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600029" y="1896877"/>
            <a:ext cx="6010275" cy="903135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/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285750" lvl="0" indent="-285750" algn="l" fontAlgn="ctr">
              <a:lnSpc>
                <a:spcPts val="14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Space-saving form factor ideal for limited installation spaces.</a:t>
            </a:r>
            <a:endParaRPr lang="en-US" sz="14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  <a:p>
            <a:pPr marL="285750" lvl="0" indent="-285750" algn="l" fontAlgn="ctr">
              <a:lnSpc>
                <a:spcPts val="14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Affordable and user-friendly, perfect for small-scale applications.</a:t>
            </a:r>
          </a:p>
        </p:txBody>
      </p:sp>
      <p:sp>
        <p:nvSpPr>
          <p:cNvPr id="16" name="Title 6">
            <a:extLst>
              <a:ext uri="{FF2B5EF4-FFF2-40B4-BE49-F238E27FC236}">
                <a16:creationId xmlns:a16="http://schemas.microsoft.com/office/drawing/2014/main" id="{1DF121D4-D9FA-4CBE-91B2-645C2ECD5159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600029" y="3046716"/>
            <a:ext cx="6429421" cy="903135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/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285750" lvl="0" indent="-285750" algn="l" fontAlgn="ctr">
              <a:lnSpc>
                <a:spcPts val="17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Simplifies installation by delivering power and data through a single cable.</a:t>
            </a:r>
          </a:p>
          <a:p>
            <a:pPr marL="285750" lvl="0" indent="-285750" algn="l" fontAlgn="ctr">
              <a:lnSpc>
                <a:spcPts val="17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Reduces the need for additional power adapters, enhancing deployment efficiency.</a:t>
            </a:r>
          </a:p>
        </p:txBody>
      </p:sp>
      <p:sp>
        <p:nvSpPr>
          <p:cNvPr id="17" name="Title 6">
            <a:extLst>
              <a:ext uri="{FF2B5EF4-FFF2-40B4-BE49-F238E27FC236}">
                <a16:creationId xmlns:a16="http://schemas.microsoft.com/office/drawing/2014/main" id="{8D636153-7BF9-FA10-D334-BE85E2F2BA35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600029" y="4271629"/>
            <a:ext cx="6696121" cy="903135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/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285750" lvl="0" indent="-285750" algn="l" fontAlgn="ctr">
              <a:lnSpc>
                <a:spcPts val="14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Supports key control standards for broad device compatibility.</a:t>
            </a:r>
          </a:p>
          <a:p>
            <a:pPr marL="285750" lvl="0" indent="-285750" algn="l" fontAlgn="ctr">
              <a:lnSpc>
                <a:spcPts val="17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CONTACT IN functionality enables external triggers from sensors or switches.</a:t>
            </a:r>
          </a:p>
        </p:txBody>
      </p:sp>
      <p:sp>
        <p:nvSpPr>
          <p:cNvPr id="18" name="Title 6">
            <a:extLst>
              <a:ext uri="{FF2B5EF4-FFF2-40B4-BE49-F238E27FC236}">
                <a16:creationId xmlns:a16="http://schemas.microsoft.com/office/drawing/2014/main" id="{FCA2A521-6A02-DC9C-F8B2-0D2270547CD3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564303" y="5539586"/>
            <a:ext cx="6010275" cy="903135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/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285750" lvl="0" indent="-285750" algn="l" fontAlgn="ctr">
              <a:lnSpc>
                <a:spcPts val="14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Seamlessly integrates with SYN-TOUCH10 for enhanced control.</a:t>
            </a:r>
          </a:p>
          <a:p>
            <a:pPr marL="285750" lvl="0" indent="-285750" algn="l" fontAlgn="ctr">
              <a:lnSpc>
                <a:spcPts val="17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Compatible with third-party systems like Crestron and AMX for scalable deployment.</a:t>
            </a: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984293" y="1149489"/>
            <a:ext cx="4159582" cy="707885"/>
          </a:xfrm>
          <a:prstGeom prst="rect">
            <a:avLst/>
          </a:prstGeom>
          <a:solidFill>
            <a:srgbClr val="E2F3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文本框 1"/>
          <p:cNvSpPr txBox="1"/>
          <p:nvPr/>
        </p:nvSpPr>
        <p:spPr>
          <a:xfrm>
            <a:off x="-80645" y="1153801"/>
            <a:ext cx="122878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latin typeface="Montserrat" pitchFamily="2" charset="0"/>
                <a:cs typeface="Arial" panose="020B0604020202020204" pitchFamily="34" charset="0"/>
              </a:rPr>
              <a:t>Q</a:t>
            </a:r>
            <a:r>
              <a:rPr lang="en-US" altLang="zh-CN" sz="2400" b="1" dirty="0">
                <a:latin typeface="Montserrat" pitchFamily="2" charset="0"/>
                <a:cs typeface="Arial" panose="020B0604020202020204" pitchFamily="34" charset="0"/>
              </a:rPr>
              <a:t> </a:t>
            </a:r>
            <a:r>
              <a:rPr lang="en-US" altLang="zh-CN" sz="4000" b="1" dirty="0">
                <a:latin typeface="Montserrat" pitchFamily="2" charset="0"/>
                <a:cs typeface="Arial" panose="020B0604020202020204" pitchFamily="34" charset="0"/>
              </a:rPr>
              <a:t>&amp;</a:t>
            </a:r>
            <a:r>
              <a:rPr lang="en-US" altLang="zh-CN" sz="2400" b="1" dirty="0">
                <a:latin typeface="Montserrat" pitchFamily="2" charset="0"/>
                <a:cs typeface="Arial" panose="020B0604020202020204" pitchFamily="34" charset="0"/>
              </a:rPr>
              <a:t> </a:t>
            </a:r>
            <a:r>
              <a:rPr lang="en-US" altLang="zh-CN" sz="4000" b="1" dirty="0">
                <a:latin typeface="Montserrat" pitchFamily="2" charset="0"/>
                <a:cs typeface="Arial" panose="020B0604020202020204" pitchFamily="34" charset="0"/>
              </a:rPr>
              <a:t>A Session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</p:txBody>
      </p:sp>
      <p:pic>
        <p:nvPicPr>
          <p:cNvPr id="7" name="图片 6"/>
          <p:cNvPicPr/>
          <p:nvPr/>
        </p:nvPicPr>
        <p:blipFill>
          <a:blip r:embed="rId5"/>
          <a:stretch>
            <a:fillRect/>
          </a:stretch>
        </p:blipFill>
        <p:spPr>
          <a:xfrm>
            <a:off x="2796857" y="2808363"/>
            <a:ext cx="6502400" cy="358824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Google Shape;82;p1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1"/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9" name="矩形 7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文本框 6"/>
          <p:cNvSpPr txBox="1"/>
          <p:nvPr>
            <p:custDataLst>
              <p:tags r:id="rId2"/>
            </p:custDataLst>
          </p:nvPr>
        </p:nvSpPr>
        <p:spPr>
          <a:xfrm>
            <a:off x="457155" y="16002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32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Final Thoughts</a:t>
            </a:r>
          </a:p>
        </p:txBody>
      </p:sp>
      <p:sp>
        <p:nvSpPr>
          <p:cNvPr id="4" name="文本框 1"/>
          <p:cNvSpPr txBox="1"/>
          <p:nvPr/>
        </p:nvSpPr>
        <p:spPr>
          <a:xfrm>
            <a:off x="-47944" y="2003528"/>
            <a:ext cx="12287885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Roboto"/>
                <a:ea typeface="Roboto"/>
                <a:cs typeface="Arial"/>
              </a:rPr>
              <a:t>Got questions? Don’t hesitate to ask away.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Roboto"/>
              <a:ea typeface="Roboto"/>
              <a:cs typeface="Arial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3&quot;:[4364952],&quot;65&quot;:[20215802]}"/>
  <p:tag name="COMMONDATA" val="eyJoZGlkIjoiNTc4NzQzMWI1MGViYjVlYjEzZTIyZjMyNmVmMjIyZT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02_1*a*1"/>
  <p:tag name="KSO_WM_TEMPLATE_CATEGORY" val="diagram"/>
  <p:tag name="KSO_WM_TEMPLATE_INDEX" val="2021580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35545cd6b5ce4dae9dccf4eab288bc6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10992860551d4d4eb792c36bc28c26be"/>
  <p:tag name="KSO_WM_UNIT_TEXT_FILL_FORE_SCHEMECOLOR_INDEX_BRIGHTNESS" val="0"/>
  <p:tag name="KSO_WM_UNIT_TEXT_FILL_FORE_SCHEMECOLOR_INDEX" val="13"/>
  <p:tag name="KSO_WM_UNIT_TEXT_FILL_TYPE" val="1"/>
  <p:tag name="KSO_WM_TEMPLATE_ASSEMBLE_XID" val="60656ea94054ed1e2fb7fd45"/>
  <p:tag name="KSO_WM_TEMPLATE_ASSEMBLE_GROUPID" val="60656ea94054ed1e2fb7fd4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0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60*384"/>
  <p:tag name="KSO_WM_SLIDE_POSITION" val="0*0"/>
  <p:tag name="KSO_WM_TAG_VERSION" val="1.0"/>
  <p:tag name="KSO_WM_BEAUTIFY_FLAG" val="#wm#"/>
  <p:tag name="KSO_WM_TEMPLATE_CATEGORY" val="diagram"/>
  <p:tag name="KSO_WM_TEMPLATE_INDEX" val="20215802"/>
  <p:tag name="KSO_WM_SLIDE_LAYOUT" val="a_f"/>
  <p:tag name="KSO_WM_SLIDE_LAYOUT_CNT" val="1_1"/>
  <p:tag name="KSO_WM_SLIDE_LAYOUT_INFO" val="{&quot;id&quot;:&quot;2021-04-01T15:11:24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1-04-01T15:11:24&quot;,&quot;margin&quot;:{&quot;bottom&quot;:0.4230000674724579,&quot;left&quot;:1.2699999809265137,&quot;right&quot;:1.2699999809265137,&quot;top&quot;:0.4230000674724579},&quot;type&quot;:0},{&quot;id&quot;:&quot;2021-04-01T15:11:24&quot;,&quot;margin&quot;:{&quot;bottom&quot;:1.694000005722046,&quot;left&quot;:1.6929999589920044,&quot;right&quot;:1.6929999589920044,&quot;top&quot;:1.6929999589920044}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78e478fb0c58a940c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aae3729e0a0d44488f1a088171be5691&quot;,&quot;fill_align&quot;:&quot;cm&quot;,&quot;chip_types&quot;:[&quot;text&quot;,&quot;picture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0656ea94054ed1e2fb7fd45"/>
  <p:tag name="KSO_WM_TEMPLATE_ASSEMBLE_GROUPID" val="60656ea94054ed1e2fb7fd45"/>
  <p:tag name="RESOURCE_RECORD_KEY" val="{&quot;13&quot;:[4364952],&quot;65&quot;:[20215802]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02_1*a*1"/>
  <p:tag name="KSO_WM_TEMPLATE_CATEGORY" val="diagram"/>
  <p:tag name="KSO_WM_TEMPLATE_INDEX" val="2021580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35545cd6b5ce4dae9dccf4eab288bc6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10992860551d4d4eb792c36bc28c26be"/>
  <p:tag name="KSO_WM_UNIT_TEXT_FILL_FORE_SCHEMECOLOR_INDEX_BRIGHTNESS" val="0"/>
  <p:tag name="KSO_WM_UNIT_TEXT_FILL_FORE_SCHEMECOLOR_INDEX" val="13"/>
  <p:tag name="KSO_WM_UNIT_TEXT_FILL_TYPE" val="1"/>
  <p:tag name="KSO_WM_TEMPLATE_ASSEMBLE_XID" val="60656ea94054ed1e2fb7fd45"/>
  <p:tag name="KSO_WM_TEMPLATE_ASSEMBLE_GROUPID" val="60656ea94054ed1e2fb7fd4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5802_1*f*1"/>
  <p:tag name="KSO_WM_TEMPLATE_CATEGORY" val="diagram"/>
  <p:tag name="KSO_WM_TEMPLATE_INDEX" val="20215802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144"/>
  <p:tag name="KSO_WM_UNIT_SHOW_EDIT_AREA_INDICATION" val="1"/>
  <p:tag name="KSO_WM_CHIP_GROUPID" val="5e6b05596848fb12bee65ac8"/>
  <p:tag name="KSO_WM_CHIP_XID" val="5e6b05596848fb12bee65aca"/>
  <p:tag name="KSO_WM_UNIT_DEC_AREA_ID" val="d879e39fee614b88a76bb899d600b764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0fcd4429fddf4fd9b6b9cae2bcdab05b"/>
  <p:tag name="KSO_WM_UNIT_SUPPORT_UNIT_TYPE" val="[&quot;d&quot;]"/>
  <p:tag name="KSO_WM_UNIT_TEXT_FILL_FORE_SCHEMECOLOR_INDEX_BRIGHTNESS" val="0.25"/>
  <p:tag name="KSO_WM_UNIT_TEXT_FILL_FORE_SCHEMECOLOR_INDEX" val="13"/>
  <p:tag name="KSO_WM_UNIT_TEXT_FILL_TYPE" val="1"/>
  <p:tag name="KSO_WM_TEMPLATE_ASSEMBLE_XID" val="60656ea94054ed1e2fb7fd45"/>
  <p:tag name="KSO_WM_TEMPLATE_ASSEMBLE_GROUPID" val="60656ea94054ed1e2fb7fd4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1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80"/>
  <p:tag name="KSO_WM_SLIDE_POSITION" val="0*0"/>
  <p:tag name="KSO_WM_TAG_VERSION" val="1.0"/>
  <p:tag name="KSO_WM_BEAUTIFY_FLAG" val="#wm#"/>
  <p:tag name="KSO_WM_TEMPLATE_CATEGORY" val="diagram"/>
  <p:tag name="KSO_WM_TEMPLATE_INDEX" val="20215817"/>
  <p:tag name="KSO_WM_SLIDE_LAYOUT" val="a_d_f"/>
  <p:tag name="KSO_WM_SLIDE_LAYOUT_CNT" val="1_1_1"/>
  <p:tag name="KSO_WM_SLIDE_LAYOUT_INFO" val="{&quot;id&quot;:&quot;2022-12-02T10:14:43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02T10:14:43&quot;,&quot;margin&quot;:{&quot;bottom&quot;:0.4230000674724579,&quot;left&quot;:1.2699999809265137,&quot;right&quot;:1.2699999809265137,&quot;top&quot;:0.4230000674724579},&quot;type&quot;:0},{&quot;direction&quot;:1,&quot;id&quot;:&quot;2022-12-02T10:14:43&quot;,&quot;maxSize&quot;:{&quot;size1&quot;:41.29964745589144},&quot;minSize&quot;:{&quot;size1&quot;:41.29964745589144},&quot;normalSize&quot;:{&quot;size1&quot;:41.29964745589144},&quot;subLayout&quot;:[{&quot;id&quot;:&quot;2022-12-02T10:14:43&quot;,&quot;margin&quot;:{&quot;bottom&quot;:1.2699999809265137,&quot;left&quot;:1.6929999589920044,&quot;right&quot;:0.44999995827674866,&quot;top&quot;:1.2699999809265137},&quot;type&quot;:0},{&quot;id&quot;:&quot;2022-12-02T10:14:43&quot;,&quot;margin&quot;:{&quot;bottom&quot;:3.38700008392334,&quot;left&quot;:0.8199999928474426,&quot;right&quot;:1.6929999589920044,&quot;top&quot;:3.38700008392334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d8e478fb0c58a941e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cm&quot;,&quot;text_direction&quot;:&quot;horizontal&quot;,&quot;support_big_font&quot;:false,&quot;picture_toward&quot;:0,&quot;picture_dockside&quot;:[],&quot;fill_id&quot;:&quot;20fbf7d7eb9c4613b4fee6291a75817d&quot;,&quot;fill_align&quot;:&quot;cm&quot;,&quot;chip_types&quot;:[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22114352e1bf4a62ad6b257f5ab26101&quot;,&quot;fill_align&quot;:&quot;cm&quot;,&quot;chip_types&quot;:[&quot;text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3895f930c9383becde52e83"/>
  <p:tag name="KSO_WM_TEMPLATE_ASSEMBLE_GROUPID" val="63895f930c9383becde52e8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2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TYPE" val="i"/>
  <p:tag name="KSO_WM_UNIT_INDEX" val="2"/>
  <p:tag name="KSO_WM_UNIT_BLOCK" val="0"/>
  <p:tag name="KSO_WM_UNIT_SM_LIMIT_TYPE" val="0"/>
  <p:tag name="KSO_WM_UNIT_DEC_AREA_ID" val="c851648b610c4eed84725474f83dd781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2},&quot;ReferentInfo&quot;:{&quot;Id&quot;:&quot;fa1e37419f9b42fb86bdf596086272a2&quot;,&quot;X&quot;:{&quot;Pos&quot;:2},&quot;Y&quot;:{&quot;Pos&quot;:0}},&quot;whChangeMode&quot;:0}"/>
  <p:tag name="KSO_WM_CHIP_GROUPID" val="5f5ee1ca4d6848d78f644aeb"/>
  <p:tag name="KSO_WM_CHIP_XID" val="5f5f3b6d8e478fb0c58a941e"/>
  <p:tag name="KSO_WM_UNIT_LINE_FORE_SCHEMECOLOR_INDEX_BRIGHTNESS" val="0"/>
  <p:tag name="KSO_WM_UNIT_LINE_FORE_SCHEMECOLOR_INDEX" val="15"/>
  <p:tag name="KSO_WM_UNIT_LINE_FILL_TYPE" val="2"/>
  <p:tag name="KSO_WM_TEMPLATE_ASSEMBLE_XID" val="63895f930c9383becde52e83"/>
  <p:tag name="KSO_WM_TEMPLATE_ASSEMBLE_GROUPID" val="63895f930c9383becde52e8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3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TYPE" val="i"/>
  <p:tag name="KSO_WM_UNIT_INDEX" val="3"/>
  <p:tag name="KSO_WM_UNIT_BLOCK" val="0"/>
  <p:tag name="KSO_WM_UNIT_SM_LIMIT_TYPE" val="0"/>
  <p:tag name="KSO_WM_UNIT_DEC_AREA_ID" val="3104b9f4692049e9b18edec063ed2171"/>
  <p:tag name="KSO_WM_UNIT_DECORATE_INFO" val="{&quot;DecorateInfoH&quot;:{&quot;IsAbs&quot;:true},&quot;DecorateInfoW&quot;:{&quot;IsAbs&quot;:true},&quot;DecorateInfoX&quot;:{&quot;IsAbs&quot;:true,&quot;Pos&quot;:0},&quot;DecorateInfoY&quot;:{&quot;IsAbs&quot;:true,&quot;Pos&quot;:0},&quot;ReferentInfo&quot;:{&quot;Id&quot;:&quot;fa1e37419f9b42fb86bdf596086272a2&quot;,&quot;X&quot;:{&quot;Pos&quot;:0},&quot;Y&quot;:{&quot;Pos&quot;:2}},&quot;whChangeMode&quot;:0}"/>
  <p:tag name="KSO_WM_CHIP_GROUPID" val="5f5ee1ca4d6848d78f644aeb"/>
  <p:tag name="KSO_WM_CHIP_XID" val="5f5f3b6d8e478fb0c58a941e"/>
  <p:tag name="KSO_WM_UNIT_LINE_FORE_SCHEMECOLOR_INDEX_BRIGHTNESS" val="0"/>
  <p:tag name="KSO_WM_UNIT_LINE_FORE_SCHEMECOLOR_INDEX" val="15"/>
  <p:tag name="KSO_WM_UNIT_LINE_FILL_TYPE" val="2"/>
  <p:tag name="KSO_WM_TEMPLATE_ASSEMBLE_XID" val="63895f930c9383becde52e83"/>
  <p:tag name="KSO_WM_TEMPLATE_ASSEMBLE_GROUPID" val="63895f930c9383becde52e8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5817_1*f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96"/>
  <p:tag name="KSO_WM_UNIT_SHOW_EDIT_AREA_INDICATION" val="1"/>
  <p:tag name="KSO_WM_CHIP_GROUPID" val="5e6b05596848fb12bee65ac8"/>
  <p:tag name="KSO_WM_CHIP_XID" val="5e6b05596848fb12bee65aca"/>
  <p:tag name="KSO_WM_UNIT_DEC_AREA_ID" val="fa1e37419f9b42fb86bdf596086272a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c765ccbb1c104f1a8e992a725ddfc8ec"/>
  <p:tag name="KSO_WM_UNIT_TEXT_FILL_FORE_SCHEMECOLOR_INDEX_BRIGHTNESS" val="0.25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1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80"/>
  <p:tag name="KSO_WM_SLIDE_POSITION" val="0*0"/>
  <p:tag name="KSO_WM_TAG_VERSION" val="1.0"/>
  <p:tag name="KSO_WM_BEAUTIFY_FLAG" val="#wm#"/>
  <p:tag name="KSO_WM_TEMPLATE_CATEGORY" val="diagram"/>
  <p:tag name="KSO_WM_TEMPLATE_INDEX" val="20215817"/>
  <p:tag name="KSO_WM_SLIDE_LAYOUT" val="a_d_f"/>
  <p:tag name="KSO_WM_SLIDE_LAYOUT_CNT" val="1_1_1"/>
  <p:tag name="KSO_WM_SLIDE_LAYOUT_INFO" val="{&quot;id&quot;:&quot;2022-12-02T10:14:43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02T10:14:43&quot;,&quot;margin&quot;:{&quot;bottom&quot;:0.4230000674724579,&quot;left&quot;:1.2699999809265137,&quot;right&quot;:1.2699999809265137,&quot;top&quot;:0.4230000674724579},&quot;type&quot;:0},{&quot;direction&quot;:1,&quot;id&quot;:&quot;2022-12-02T10:14:43&quot;,&quot;maxSize&quot;:{&quot;size1&quot;:41.29964745589144},&quot;minSize&quot;:{&quot;size1&quot;:41.29964745589144},&quot;normalSize&quot;:{&quot;size1&quot;:41.29964745589144},&quot;subLayout&quot;:[{&quot;id&quot;:&quot;2022-12-02T10:14:43&quot;,&quot;margin&quot;:{&quot;bottom&quot;:1.2699999809265137,&quot;left&quot;:1.6929999589920044,&quot;right&quot;:0.44999995827674866,&quot;top&quot;:1.2699999809265137},&quot;type&quot;:0},{&quot;id&quot;:&quot;2022-12-02T10:14:43&quot;,&quot;margin&quot;:{&quot;bottom&quot;:3.38700008392334,&quot;left&quot;:0.8199999928474426,&quot;right&quot;:1.6929999589920044,&quot;top&quot;:3.38700008392334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d8e478fb0c58a941e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cm&quot;,&quot;text_direction&quot;:&quot;horizontal&quot;,&quot;support_big_font&quot;:false,&quot;picture_toward&quot;:0,&quot;picture_dockside&quot;:[],&quot;fill_id&quot;:&quot;20fbf7d7eb9c4613b4fee6291a75817d&quot;,&quot;fill_align&quot;:&quot;cm&quot;,&quot;chip_types&quot;:[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22114352e1bf4a62ad6b257f5ab26101&quot;,&quot;fill_align&quot;:&quot;cm&quot;,&quot;chip_types&quot;:[&quot;text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3895f930c9383becde52e83"/>
  <p:tag name="KSO_WM_TEMPLATE_ASSEMBLE_GROUPID" val="63895f930c9383becde52e8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1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80"/>
  <p:tag name="KSO_WM_SLIDE_POSITION" val="0*0"/>
  <p:tag name="KSO_WM_TAG_VERSION" val="1.0"/>
  <p:tag name="KSO_WM_BEAUTIFY_FLAG" val="#wm#"/>
  <p:tag name="KSO_WM_TEMPLATE_CATEGORY" val="diagram"/>
  <p:tag name="KSO_WM_TEMPLATE_INDEX" val="20215817"/>
  <p:tag name="KSO_WM_SLIDE_LAYOUT" val="a_d_f"/>
  <p:tag name="KSO_WM_SLIDE_LAYOUT_CNT" val="1_1_1"/>
  <p:tag name="KSO_WM_SLIDE_LAYOUT_INFO" val="{&quot;id&quot;:&quot;2022-12-02T10:14:43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02T10:14:43&quot;,&quot;margin&quot;:{&quot;bottom&quot;:0.4230000674724579,&quot;left&quot;:1.2699999809265137,&quot;right&quot;:1.2699999809265137,&quot;top&quot;:0.4230000674724579},&quot;type&quot;:0},{&quot;direction&quot;:1,&quot;id&quot;:&quot;2022-12-02T10:14:43&quot;,&quot;maxSize&quot;:{&quot;size1&quot;:41.29964745589144},&quot;minSize&quot;:{&quot;size1&quot;:41.29964745589144},&quot;normalSize&quot;:{&quot;size1&quot;:41.29964745589144},&quot;subLayout&quot;:[{&quot;id&quot;:&quot;2022-12-02T10:14:43&quot;,&quot;margin&quot;:{&quot;bottom&quot;:1.2699999809265137,&quot;left&quot;:1.6929999589920044,&quot;right&quot;:0.44999995827674866,&quot;top&quot;:1.2699999809265137},&quot;type&quot;:0},{&quot;id&quot;:&quot;2022-12-02T10:14:43&quot;,&quot;margin&quot;:{&quot;bottom&quot;:3.38700008392334,&quot;left&quot;:0.8199999928474426,&quot;right&quot;:1.6929999589920044,&quot;top&quot;:3.38700008392334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d8e478fb0c58a941e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cm&quot;,&quot;text_direction&quot;:&quot;horizontal&quot;,&quot;support_big_font&quot;:false,&quot;picture_toward&quot;:0,&quot;picture_dockside&quot;:[],&quot;fill_id&quot;:&quot;20fbf7d7eb9c4613b4fee6291a75817d&quot;,&quot;fill_align&quot;:&quot;cm&quot;,&quot;chip_types&quot;:[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22114352e1bf4a62ad6b257f5ab26101&quot;,&quot;fill_align&quot;:&quot;cm&quot;,&quot;chip_types&quot;:[&quot;text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3895f930c9383becde52e83"/>
  <p:tag name="KSO_WM_TEMPLATE_ASSEMBLE_GROUPID" val="63895f930c9383becde52e8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00*422"/>
  <p:tag name="TABLE_ENDDRAG_RECT" val="28*96*500*42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1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80"/>
  <p:tag name="KSO_WM_SLIDE_POSITION" val="0*0"/>
  <p:tag name="KSO_WM_TAG_VERSION" val="1.0"/>
  <p:tag name="KSO_WM_BEAUTIFY_FLAG" val="#wm#"/>
  <p:tag name="KSO_WM_TEMPLATE_CATEGORY" val="diagram"/>
  <p:tag name="KSO_WM_TEMPLATE_INDEX" val="20215817"/>
  <p:tag name="KSO_WM_SLIDE_LAYOUT" val="a_d_f"/>
  <p:tag name="KSO_WM_SLIDE_LAYOUT_CNT" val="1_1_1"/>
  <p:tag name="KSO_WM_SLIDE_LAYOUT_INFO" val="{&quot;id&quot;:&quot;2022-12-02T10:14:43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02T10:14:43&quot;,&quot;margin&quot;:{&quot;bottom&quot;:0.4230000674724579,&quot;left&quot;:1.2699999809265137,&quot;right&quot;:1.2699999809265137,&quot;top&quot;:0.4230000674724579},&quot;type&quot;:0},{&quot;direction&quot;:1,&quot;id&quot;:&quot;2022-12-02T10:14:43&quot;,&quot;maxSize&quot;:{&quot;size1&quot;:41.29964745589144},&quot;minSize&quot;:{&quot;size1&quot;:41.29964745589144},&quot;normalSize&quot;:{&quot;size1&quot;:41.29964745589144},&quot;subLayout&quot;:[{&quot;id&quot;:&quot;2022-12-02T10:14:43&quot;,&quot;margin&quot;:{&quot;bottom&quot;:1.2699999809265137,&quot;left&quot;:1.6929999589920044,&quot;right&quot;:0.44999995827674866,&quot;top&quot;:1.2699999809265137},&quot;type&quot;:0},{&quot;id&quot;:&quot;2022-12-02T10:14:43&quot;,&quot;margin&quot;:{&quot;bottom&quot;:3.38700008392334,&quot;left&quot;:0.8199999928474426,&quot;right&quot;:1.6929999589920044,&quot;top&quot;:3.38700008392334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d8e478fb0c58a941e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cm&quot;,&quot;text_direction&quot;:&quot;horizontal&quot;,&quot;support_big_font&quot;:false,&quot;picture_toward&quot;:0,&quot;picture_dockside&quot;:[],&quot;fill_id&quot;:&quot;20fbf7d7eb9c4613b4fee6291a75817d&quot;,&quot;fill_align&quot;:&quot;cm&quot;,&quot;chip_types&quot;:[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22114352e1bf4a62ad6b257f5ab26101&quot;,&quot;fill_align&quot;:&quot;cm&quot;,&quot;chip_types&quot;:[&quot;text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3895f930c9383becde52e83"/>
  <p:tag name="KSO_WM_TEMPLATE_ASSEMBLE_GROUPID" val="63895f930c9383becde52e8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5817_1*f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96"/>
  <p:tag name="KSO_WM_UNIT_SHOW_EDIT_AREA_INDICATION" val="1"/>
  <p:tag name="KSO_WM_CHIP_GROUPID" val="5e6b05596848fb12bee65ac8"/>
  <p:tag name="KSO_WM_CHIP_XID" val="5e6b05596848fb12bee65aca"/>
  <p:tag name="KSO_WM_UNIT_DEC_AREA_ID" val="fa1e37419f9b42fb86bdf596086272a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c765ccbb1c104f1a8e992a725ddfc8ec"/>
  <p:tag name="KSO_WM_UNIT_TEXT_FILL_FORE_SCHEMECOLOR_INDEX_BRIGHTNESS" val="0.25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1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80"/>
  <p:tag name="KSO_WM_SLIDE_POSITION" val="0*0"/>
  <p:tag name="KSO_WM_TAG_VERSION" val="1.0"/>
  <p:tag name="KSO_WM_BEAUTIFY_FLAG" val="#wm#"/>
  <p:tag name="KSO_WM_TEMPLATE_CATEGORY" val="diagram"/>
  <p:tag name="KSO_WM_TEMPLATE_INDEX" val="20215817"/>
  <p:tag name="KSO_WM_SLIDE_LAYOUT" val="a_d_f"/>
  <p:tag name="KSO_WM_SLIDE_LAYOUT_CNT" val="1_1_1"/>
  <p:tag name="KSO_WM_SLIDE_LAYOUT_INFO" val="{&quot;id&quot;:&quot;2022-12-02T10:14:43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02T10:14:43&quot;,&quot;margin&quot;:{&quot;bottom&quot;:0.4230000674724579,&quot;left&quot;:1.2699999809265137,&quot;right&quot;:1.2699999809265137,&quot;top&quot;:0.4230000674724579},&quot;type&quot;:0},{&quot;direction&quot;:1,&quot;id&quot;:&quot;2022-12-02T10:14:43&quot;,&quot;maxSize&quot;:{&quot;size1&quot;:41.29964745589144},&quot;minSize&quot;:{&quot;size1&quot;:41.29964745589144},&quot;normalSize&quot;:{&quot;size1&quot;:41.29964745589144},&quot;subLayout&quot;:[{&quot;id&quot;:&quot;2022-12-02T10:14:43&quot;,&quot;margin&quot;:{&quot;bottom&quot;:1.2699999809265137,&quot;left&quot;:1.6929999589920044,&quot;right&quot;:0.44999995827674866,&quot;top&quot;:1.2699999809265137},&quot;type&quot;:0},{&quot;id&quot;:&quot;2022-12-02T10:14:43&quot;,&quot;margin&quot;:{&quot;bottom&quot;:3.38700008392334,&quot;left&quot;:0.8199999928474426,&quot;right&quot;:1.6929999589920044,&quot;top&quot;:3.38700008392334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d8e478fb0c58a941e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cm&quot;,&quot;text_direction&quot;:&quot;horizontal&quot;,&quot;support_big_font&quot;:false,&quot;picture_toward&quot;:0,&quot;picture_dockside&quot;:[],&quot;fill_id&quot;:&quot;20fbf7d7eb9c4613b4fee6291a75817d&quot;,&quot;fill_align&quot;:&quot;cm&quot;,&quot;chip_types&quot;:[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22114352e1bf4a62ad6b257f5ab26101&quot;,&quot;fill_align&quot;:&quot;cm&quot;,&quot;chip_types&quot;:[&quot;text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3895f930c9383becde52e83"/>
  <p:tag name="KSO_WM_TEMPLATE_ASSEMBLE_GROUPID" val="63895f930c9383becde52e83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5817_1*f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96"/>
  <p:tag name="KSO_WM_UNIT_SHOW_EDIT_AREA_INDICATION" val="1"/>
  <p:tag name="KSO_WM_CHIP_GROUPID" val="5e6b05596848fb12bee65ac8"/>
  <p:tag name="KSO_WM_CHIP_XID" val="5e6b05596848fb12bee65aca"/>
  <p:tag name="KSO_WM_UNIT_DEC_AREA_ID" val="fa1e37419f9b42fb86bdf596086272a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c765ccbb1c104f1a8e992a725ddfc8ec"/>
  <p:tag name="KSO_WM_UNIT_TEXT_FILL_FORE_SCHEMECOLOR_INDEX_BRIGHTNESS" val="0.25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68f27dca-12cd-4b69-aeda-df33085e48f9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1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80"/>
  <p:tag name="KSO_WM_SLIDE_POSITION" val="0*0"/>
  <p:tag name="KSO_WM_TAG_VERSION" val="1.0"/>
  <p:tag name="KSO_WM_BEAUTIFY_FLAG" val="#wm#"/>
  <p:tag name="KSO_WM_TEMPLATE_CATEGORY" val="diagram"/>
  <p:tag name="KSO_WM_TEMPLATE_INDEX" val="20215817"/>
  <p:tag name="KSO_WM_SLIDE_LAYOUT" val="a_d_f"/>
  <p:tag name="KSO_WM_SLIDE_LAYOUT_CNT" val="1_1_1"/>
  <p:tag name="KSO_WM_SLIDE_LAYOUT_INFO" val="{&quot;id&quot;:&quot;2022-12-02T10:14:43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02T10:14:43&quot;,&quot;margin&quot;:{&quot;bottom&quot;:0.4230000674724579,&quot;left&quot;:1.2699999809265137,&quot;right&quot;:1.2699999809265137,&quot;top&quot;:0.4230000674724579},&quot;type&quot;:0},{&quot;direction&quot;:1,&quot;id&quot;:&quot;2022-12-02T10:14:43&quot;,&quot;maxSize&quot;:{&quot;size1&quot;:41.29964745589144},&quot;minSize&quot;:{&quot;size1&quot;:41.29964745589144},&quot;normalSize&quot;:{&quot;size1&quot;:41.29964745589144},&quot;subLayout&quot;:[{&quot;id&quot;:&quot;2022-12-02T10:14:43&quot;,&quot;margin&quot;:{&quot;bottom&quot;:1.2699999809265137,&quot;left&quot;:1.6929999589920044,&quot;right&quot;:0.44999995827674866,&quot;top&quot;:1.2699999809265137},&quot;type&quot;:0},{&quot;id&quot;:&quot;2022-12-02T10:14:43&quot;,&quot;margin&quot;:{&quot;bottom&quot;:3.38700008392334,&quot;left&quot;:0.8199999928474426,&quot;right&quot;:1.6929999589920044,&quot;top&quot;:3.38700008392334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d8e478fb0c58a941e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cm&quot;,&quot;text_direction&quot;:&quot;horizontal&quot;,&quot;support_big_font&quot;:false,&quot;picture_toward&quot;:0,&quot;picture_dockside&quot;:[],&quot;fill_id&quot;:&quot;20fbf7d7eb9c4613b4fee6291a75817d&quot;,&quot;fill_align&quot;:&quot;cm&quot;,&quot;chip_types&quot;:[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22114352e1bf4a62ad6b257f5ab26101&quot;,&quot;fill_align&quot;:&quot;cm&quot;,&quot;chip_types&quot;:[&quot;text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3895f930c9383becde52e83"/>
  <p:tag name="KSO_WM_TEMPLATE_ASSEMBLE_GROUPID" val="63895f930c9383becde52e8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5817_1*f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96"/>
  <p:tag name="KSO_WM_UNIT_SHOW_EDIT_AREA_INDICATION" val="1"/>
  <p:tag name="KSO_WM_CHIP_GROUPID" val="5e6b05596848fb12bee65ac8"/>
  <p:tag name="KSO_WM_CHIP_XID" val="5e6b05596848fb12bee65aca"/>
  <p:tag name="KSO_WM_UNIT_DEC_AREA_ID" val="fa1e37419f9b42fb86bdf596086272a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c765ccbb1c104f1a8e992a725ddfc8ec"/>
  <p:tag name="KSO_WM_UNIT_TEXT_FILL_FORE_SCHEMECOLOR_INDEX_BRIGHTNESS" val="0.25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5817_1*f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96"/>
  <p:tag name="KSO_WM_UNIT_SHOW_EDIT_AREA_INDICATION" val="1"/>
  <p:tag name="KSO_WM_CHIP_GROUPID" val="5e6b05596848fb12bee65ac8"/>
  <p:tag name="KSO_WM_CHIP_XID" val="5e6b05596848fb12bee65aca"/>
  <p:tag name="KSO_WM_UNIT_DEC_AREA_ID" val="fa1e37419f9b42fb86bdf596086272a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c765ccbb1c104f1a8e992a725ddfc8ec"/>
  <p:tag name="KSO_WM_UNIT_TEXT_FILL_FORE_SCHEMECOLOR_INDEX_BRIGHTNESS" val="0.25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5817_1*f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96"/>
  <p:tag name="KSO_WM_UNIT_SHOW_EDIT_AREA_INDICATION" val="1"/>
  <p:tag name="KSO_WM_CHIP_GROUPID" val="5e6b05596848fb12bee65ac8"/>
  <p:tag name="KSO_WM_CHIP_XID" val="5e6b05596848fb12bee65aca"/>
  <p:tag name="KSO_WM_UNIT_DEC_AREA_ID" val="fa1e37419f9b42fb86bdf596086272a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c765ccbb1c104f1a8e992a725ddfc8ec"/>
  <p:tag name="KSO_WM_UNIT_TEXT_FILL_FORE_SCHEMECOLOR_INDEX_BRIGHTNESS" val="0.25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5817_1*f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96"/>
  <p:tag name="KSO_WM_UNIT_SHOW_EDIT_AREA_INDICATION" val="1"/>
  <p:tag name="KSO_WM_CHIP_GROUPID" val="5e6b05596848fb12bee65ac8"/>
  <p:tag name="KSO_WM_CHIP_XID" val="5e6b05596848fb12bee65aca"/>
  <p:tag name="KSO_WM_UNIT_DEC_AREA_ID" val="fa1e37419f9b42fb86bdf596086272a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c765ccbb1c104f1a8e992a725ddfc8ec"/>
  <p:tag name="KSO_WM_UNIT_TEXT_FILL_FORE_SCHEMECOLOR_INDEX_BRIGHTNESS" val="0.25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5817_1*f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96"/>
  <p:tag name="KSO_WM_UNIT_SHOW_EDIT_AREA_INDICATION" val="1"/>
  <p:tag name="KSO_WM_CHIP_GROUPID" val="5e6b05596848fb12bee65ac8"/>
  <p:tag name="KSO_WM_CHIP_XID" val="5e6b05596848fb12bee65aca"/>
  <p:tag name="KSO_WM_UNIT_DEC_AREA_ID" val="fa1e37419f9b42fb86bdf596086272a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c765ccbb1c104f1a8e992a725ddfc8ec"/>
  <p:tag name="KSO_WM_UNIT_TEXT_FILL_FORE_SCHEMECOLOR_INDEX_BRIGHTNESS" val="0.25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5817_1*f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96"/>
  <p:tag name="KSO_WM_UNIT_SHOW_EDIT_AREA_INDICATION" val="1"/>
  <p:tag name="KSO_WM_CHIP_GROUPID" val="5e6b05596848fb12bee65ac8"/>
  <p:tag name="KSO_WM_CHIP_XID" val="5e6b05596848fb12bee65aca"/>
  <p:tag name="KSO_WM_UNIT_DEC_AREA_ID" val="fa1e37419f9b42fb86bdf596086272a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c765ccbb1c104f1a8e992a725ddfc8ec"/>
  <p:tag name="KSO_WM_UNIT_TEXT_FILL_FORE_SCHEMECOLOR_INDEX_BRIGHTNESS" val="0.25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5817_1*f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96"/>
  <p:tag name="KSO_WM_UNIT_SHOW_EDIT_AREA_INDICATION" val="1"/>
  <p:tag name="KSO_WM_CHIP_GROUPID" val="5e6b05596848fb12bee65ac8"/>
  <p:tag name="KSO_WM_CHIP_XID" val="5e6b05596848fb12bee65aca"/>
  <p:tag name="KSO_WM_UNIT_DEC_AREA_ID" val="fa1e37419f9b42fb86bdf596086272a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c765ccbb1c104f1a8e992a725ddfc8ec"/>
  <p:tag name="KSO_WM_UNIT_TEXT_FILL_FORE_SCHEMECOLOR_INDEX_BRIGHTNESS" val="0.25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5817_1*f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96"/>
  <p:tag name="KSO_WM_UNIT_SHOW_EDIT_AREA_INDICATION" val="1"/>
  <p:tag name="KSO_WM_CHIP_GROUPID" val="5e6b05596848fb12bee65ac8"/>
  <p:tag name="KSO_WM_CHIP_XID" val="5e6b05596848fb12bee65aca"/>
  <p:tag name="KSO_WM_UNIT_DEC_AREA_ID" val="fa1e37419f9b42fb86bdf596086272a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c765ccbb1c104f1a8e992a725ddfc8ec"/>
  <p:tag name="KSO_WM_UNIT_TEXT_FILL_FORE_SCHEMECOLOR_INDEX_BRIGHTNESS" val="0.25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5817_1*f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96"/>
  <p:tag name="KSO_WM_UNIT_SHOW_EDIT_AREA_INDICATION" val="1"/>
  <p:tag name="KSO_WM_CHIP_GROUPID" val="5e6b05596848fb12bee65ac8"/>
  <p:tag name="KSO_WM_CHIP_XID" val="5e6b05596848fb12bee65aca"/>
  <p:tag name="KSO_WM_UNIT_DEC_AREA_ID" val="fa1e37419f9b42fb86bdf596086272a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c765ccbb1c104f1a8e992a725ddfc8ec"/>
  <p:tag name="KSO_WM_UNIT_TEXT_FILL_FORE_SCHEMECOLOR_INDEX_BRIGHTNESS" val="0.25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402328"/>
      </a:dk2>
      <a:lt2>
        <a:srgbClr val="EFE6E7"/>
      </a:lt2>
      <a:accent1>
        <a:srgbClr val="D60926"/>
      </a:accent1>
      <a:accent2>
        <a:srgbClr val="B33220"/>
      </a:accent2>
      <a:accent3>
        <a:srgbClr val="905B1A"/>
      </a:accent3>
      <a:accent4>
        <a:srgbClr val="6D8414"/>
      </a:accent4>
      <a:accent5>
        <a:srgbClr val="4AAD0E"/>
      </a:accent5>
      <a:accent6>
        <a:srgbClr val="27D608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634ccb5-745a-4b19-b3da-83dafbb0f953">
      <Terms xmlns="http://schemas.microsoft.com/office/infopath/2007/PartnerControls"/>
    </lcf76f155ced4ddcb4097134ff3c332f>
    <TaxCatchAll xmlns="fa7e1be7-6c27-4381-949e-b43a2eb5089a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1A8FBB3908BD4681554D596DADDBBC" ma:contentTypeVersion="19" ma:contentTypeDescription="Create a new document." ma:contentTypeScope="" ma:versionID="089862c3d7236b297f5be572ccb4bd9e">
  <xsd:schema xmlns:xsd="http://www.w3.org/2001/XMLSchema" xmlns:xs="http://www.w3.org/2001/XMLSchema" xmlns:p="http://schemas.microsoft.com/office/2006/metadata/properties" xmlns:ns2="d634ccb5-745a-4b19-b3da-83dafbb0f953" xmlns:ns3="fa7e1be7-6c27-4381-949e-b43a2eb5089a" targetNamespace="http://schemas.microsoft.com/office/2006/metadata/properties" ma:root="true" ma:fieldsID="38436fc1e1e78720b95f7a357a3e0114" ns2:_="" ns3:_="">
    <xsd:import namespace="d634ccb5-745a-4b19-b3da-83dafbb0f953"/>
    <xsd:import namespace="fa7e1be7-6c27-4381-949e-b43a2eb508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34ccb5-745a-4b19-b3da-83dafbb0f9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a840791-955a-45d0-8f77-cb775012b4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7e1be7-6c27-4381-949e-b43a2eb5089a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e5708c9-3083-478d-b2b5-d29c6e746420}" ma:internalName="TaxCatchAll" ma:showField="CatchAllData" ma:web="fa7e1be7-6c27-4381-949e-b43a2eb508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898A4F8-489F-4FCC-9DD8-CA5BE17E058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F29A44-88FD-4006-A1FE-DDE423D5D5D7}">
  <ds:schemaRefs>
    <ds:schemaRef ds:uri="http://schemas.microsoft.com/office/2006/metadata/properties"/>
    <ds:schemaRef ds:uri="http://schemas.microsoft.com/office/infopath/2007/PartnerControls"/>
    <ds:schemaRef ds:uri="d634ccb5-745a-4b19-b3da-83dafbb0f953"/>
    <ds:schemaRef ds:uri="fa7e1be7-6c27-4381-949e-b43a2eb5089a"/>
  </ds:schemaRefs>
</ds:datastoreItem>
</file>

<file path=customXml/itemProps3.xml><?xml version="1.0" encoding="utf-8"?>
<ds:datastoreItem xmlns:ds="http://schemas.openxmlformats.org/officeDocument/2006/customXml" ds:itemID="{5211A1A0-9DE6-440F-B50C-A29B5655D6A5}"/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684</Words>
  <Application>Microsoft Office PowerPoint</Application>
  <PresentationFormat>Widescreen</PresentationFormat>
  <Paragraphs>144</Paragraphs>
  <Slides>10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Office 主题​​</vt:lpstr>
      <vt:lpstr>1_Office 主题​​</vt:lpstr>
      <vt:lpstr>2_Office 主题​​</vt:lpstr>
      <vt:lpstr>SYN-CTL-HUB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henry@proitav.com</dc:creator>
  <cp:lastModifiedBy>Sissi Pan</cp:lastModifiedBy>
  <cp:revision>190</cp:revision>
  <dcterms:created xsi:type="dcterms:W3CDTF">2024-10-24T01:32:00Z</dcterms:created>
  <dcterms:modified xsi:type="dcterms:W3CDTF">2026-05-22T15:25:18Z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773AE6A4E3AC4D3780EB8ADE6834E011_13</vt:lpwstr>
  </property>
  <property fmtid="{D5CDD505-2E9C-101B-9397-08002B2CF9AE}" pid="3" name="KSOProductBuildVer">
    <vt:lpwstr>2052-12.1.0.20305</vt:lpwstr>
  </property>
  <property fmtid="{D5CDD505-2E9C-101B-9397-08002B2CF9AE}" pid="4" name="ContentTypeId">
    <vt:lpwstr>0x010100E01A8FBB3908BD4681554D596DADDBBC</vt:lpwstr>
  </property>
  <property fmtid="{D5CDD505-2E9C-101B-9397-08002B2CF9AE}" pid="5" name="MediaServiceImageTags">
    <vt:lpwstr/>
  </property>
</Properties>
</file>